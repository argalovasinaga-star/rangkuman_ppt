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03fbeb27a54fa6" /><Relationship Type="http://schemas.openxmlformats.org/officeDocument/2006/relationships/extended-properties" Target="/docProps/app.xml" Id="R222508e4151b43e5" /><Relationship Type="http://schemas.openxmlformats.org/officeDocument/2006/relationships/officeDocument" Target="/ppt/presentation.xml" Id="R5570f76167f643f3" /></Relationships>
</file>

<file path=ppt/presentation.xml><?xml version="1.0" encoding="utf-8"?>
<p:presentation xmlns:p="http://schemas.openxmlformats.org/presentationml/2006/main">
  <p:sldMasterIdLst>
    <p:sldMasterId xmlns:r="http://schemas.openxmlformats.org/officeDocument/2006/relationships" id="2147483648" r:id="R28952ffd390c4ffd"/>
  </p:sldMasterIdLst>
  <p:notesMasterIdLst>
    <p:notesMasterId xmlns:r="http://schemas.openxmlformats.org/officeDocument/2006/relationships" r:id="R79ddadca81b043bc"/>
  </p:notesMasterIdLst>
  <p:sldIdLst>
    <p:sldId xmlns:r="http://schemas.openxmlformats.org/officeDocument/2006/relationships" id="256" r:id="R7900a2e08e1447db"/>
    <p:sldId xmlns:r="http://schemas.openxmlformats.org/officeDocument/2006/relationships" id="257" r:id="R399300ba0b9a4530"/>
    <p:sldId xmlns:r="http://schemas.openxmlformats.org/officeDocument/2006/relationships" id="258" r:id="R941cc04083c24428"/>
    <p:sldId xmlns:r="http://schemas.openxmlformats.org/officeDocument/2006/relationships" id="259" r:id="R116e4d38398d4a12"/>
    <p:sldId xmlns:r="http://schemas.openxmlformats.org/officeDocument/2006/relationships" id="260" r:id="R3fb2de5359df49b1"/>
    <p:sldId xmlns:r="http://schemas.openxmlformats.org/officeDocument/2006/relationships" id="261" r:id="R67bd126510ed446c"/>
    <p:sldId xmlns:r="http://schemas.openxmlformats.org/officeDocument/2006/relationships" id="262" r:id="Rccf53b2e29f340d2"/>
    <p:sldId xmlns:r="http://schemas.openxmlformats.org/officeDocument/2006/relationships" id="263" r:id="R1aaf5d0846734e72"/>
    <p:sldId xmlns:r="http://schemas.openxmlformats.org/officeDocument/2006/relationships" id="264" r:id="Rd80cdd80fa294196"/>
    <p:sldId xmlns:r="http://schemas.openxmlformats.org/officeDocument/2006/relationships" id="265" r:id="R422f6aed80754bcf"/>
    <p:sldId xmlns:r="http://schemas.openxmlformats.org/officeDocument/2006/relationships" id="266" r:id="Ra36a7486af8a4b73"/>
    <p:sldId xmlns:r="http://schemas.openxmlformats.org/officeDocument/2006/relationships" id="267" r:id="Ref41af87170341f9"/>
    <p:sldId xmlns:r="http://schemas.openxmlformats.org/officeDocument/2006/relationships" id="268" r:id="R3d40f28e22d847fb"/>
    <p:sldId xmlns:r="http://schemas.openxmlformats.org/officeDocument/2006/relationships" id="269" r:id="R3442b8332a8e4f8d"/>
    <p:sldId xmlns:r="http://schemas.openxmlformats.org/officeDocument/2006/relationships" id="270" r:id="Re2a2336d1e7540cf"/>
    <p:sldId xmlns:r="http://schemas.openxmlformats.org/officeDocument/2006/relationships" id="271" r:id="R7ca6c07daf2b4f6f"/>
    <p:sldId xmlns:r="http://schemas.openxmlformats.org/officeDocument/2006/relationships" id="272" r:id="R02f78a62c02e4675"/>
    <p:sldId xmlns:r="http://schemas.openxmlformats.org/officeDocument/2006/relationships" id="273" r:id="R3eaeac4f4c2243cc"/>
    <p:sldId xmlns:r="http://schemas.openxmlformats.org/officeDocument/2006/relationships" id="274" r:id="Rae196be4fc434ae1"/>
    <p:sldId xmlns:r="http://schemas.openxmlformats.org/officeDocument/2006/relationships" id="275" r:id="R86013482530342cf"/>
    <p:sldId xmlns:r="http://schemas.openxmlformats.org/officeDocument/2006/relationships" id="276" r:id="Rf672383632cf41a9"/>
    <p:sldId xmlns:r="http://schemas.openxmlformats.org/officeDocument/2006/relationships" id="277" r:id="R51c8e405e8614fa1"/>
    <p:sldId xmlns:r="http://schemas.openxmlformats.org/officeDocument/2006/relationships" id="278" r:id="R5a7499ae198f413b"/>
    <p:sldId xmlns:r="http://schemas.openxmlformats.org/officeDocument/2006/relationships" id="279" r:id="R300e90a44ff14577"/>
    <p:sldId xmlns:r="http://schemas.openxmlformats.org/officeDocument/2006/relationships" id="280" r:id="Raa1f521c270844fe"/>
    <p:sldId xmlns:r="http://schemas.openxmlformats.org/officeDocument/2006/relationships" id="281" r:id="R5b98811af7684710"/>
    <p:sldId xmlns:r="http://schemas.openxmlformats.org/officeDocument/2006/relationships" id="282" r:id="R292980fb3ee543d2"/>
    <p:sldId xmlns:r="http://schemas.openxmlformats.org/officeDocument/2006/relationships" id="283" r:id="Reff42545a9e04b92"/>
    <p:sldId xmlns:r="http://schemas.openxmlformats.org/officeDocument/2006/relationships" id="284" r:id="R8bcb91a4e07c4c5f"/>
    <p:sldId xmlns:r="http://schemas.openxmlformats.org/officeDocument/2006/relationships" id="285" r:id="R559ca53cd0c447d5"/>
    <p:sldId xmlns:r="http://schemas.openxmlformats.org/officeDocument/2006/relationships" id="286" r:id="Re24fe5172edd4fc5"/>
    <p:sldId xmlns:r="http://schemas.openxmlformats.org/officeDocument/2006/relationships" id="287" r:id="Rab15214265404147"/>
    <p:sldId xmlns:r="http://schemas.openxmlformats.org/officeDocument/2006/relationships" id="288" r:id="Rfea78f588a624d30"/>
    <p:sldId xmlns:r="http://schemas.openxmlformats.org/officeDocument/2006/relationships" id="289" r:id="Rf6a41794ef8a46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f35ecc3f77410e" /><Relationship Type="http://schemas.openxmlformats.org/officeDocument/2006/relationships/slideMaster" Target="/ppt/slideMasters/slideMaster1.xml" Id="R28952ffd390c4ffd" /><Relationship Type="http://schemas.openxmlformats.org/officeDocument/2006/relationships/notesMaster" Target="/ppt/notesMasters/notesMaster1.xml" Id="R79ddadca81b043bc" /><Relationship Type="http://schemas.openxmlformats.org/officeDocument/2006/relationships/presProps" Target="/ppt/presProps.xml" Id="R8d4bd3c683344c6b" /><Relationship Type="http://schemas.openxmlformats.org/officeDocument/2006/relationships/tableStyles" Target="/ppt/tableStyles.xml" Id="R923c7d8e81504314" /><Relationship Type="http://schemas.openxmlformats.org/officeDocument/2006/relationships/slide" Target="/ppt/slides/slide1.xml" Id="R7900a2e08e1447db" /><Relationship Type="http://schemas.openxmlformats.org/officeDocument/2006/relationships/slide" Target="/ppt/slides/slide2.xml" Id="R399300ba0b9a4530" /><Relationship Type="http://schemas.openxmlformats.org/officeDocument/2006/relationships/slide" Target="/ppt/slides/slide3.xml" Id="R941cc04083c24428" /><Relationship Type="http://schemas.openxmlformats.org/officeDocument/2006/relationships/slide" Target="/ppt/slides/slide4.xml" Id="R116e4d38398d4a12" /><Relationship Type="http://schemas.openxmlformats.org/officeDocument/2006/relationships/slide" Target="/ppt/slides/slide5.xml" Id="R3fb2de5359df49b1" /><Relationship Type="http://schemas.openxmlformats.org/officeDocument/2006/relationships/slide" Target="/ppt/slides/slide6.xml" Id="R67bd126510ed446c" /><Relationship Type="http://schemas.openxmlformats.org/officeDocument/2006/relationships/slide" Target="/ppt/slides/slide7.xml" Id="Rccf53b2e29f340d2" /><Relationship Type="http://schemas.openxmlformats.org/officeDocument/2006/relationships/slide" Target="/ppt/slides/slide8.xml" Id="R1aaf5d0846734e72" /><Relationship Type="http://schemas.openxmlformats.org/officeDocument/2006/relationships/slide" Target="/ppt/slides/slide9.xml" Id="Rd80cdd80fa294196" /><Relationship Type="http://schemas.openxmlformats.org/officeDocument/2006/relationships/slide" Target="/ppt/slides/slide10.xml" Id="R422f6aed80754bcf" /><Relationship Type="http://schemas.openxmlformats.org/officeDocument/2006/relationships/slide" Target="/ppt/slides/slide11.xml" Id="Ra36a7486af8a4b73" /><Relationship Type="http://schemas.openxmlformats.org/officeDocument/2006/relationships/slide" Target="/ppt/slides/slide12.xml" Id="Ref41af87170341f9" /><Relationship Type="http://schemas.openxmlformats.org/officeDocument/2006/relationships/slide" Target="/ppt/slides/slide13.xml" Id="R3d40f28e22d847fb" /><Relationship Type="http://schemas.openxmlformats.org/officeDocument/2006/relationships/slide" Target="/ppt/slides/slide14.xml" Id="R3442b8332a8e4f8d" /><Relationship Type="http://schemas.openxmlformats.org/officeDocument/2006/relationships/slide" Target="/ppt/slides/slide15.xml" Id="Re2a2336d1e7540cf" /><Relationship Type="http://schemas.openxmlformats.org/officeDocument/2006/relationships/slide" Target="/ppt/slides/slide16.xml" Id="R7ca6c07daf2b4f6f" /><Relationship Type="http://schemas.openxmlformats.org/officeDocument/2006/relationships/slide" Target="/ppt/slides/slide17.xml" Id="R02f78a62c02e4675" /><Relationship Type="http://schemas.openxmlformats.org/officeDocument/2006/relationships/slide" Target="/ppt/slides/slide18.xml" Id="R3eaeac4f4c2243cc" /><Relationship Type="http://schemas.openxmlformats.org/officeDocument/2006/relationships/slide" Target="/ppt/slides/slide19.xml" Id="Rae196be4fc434ae1" /><Relationship Type="http://schemas.openxmlformats.org/officeDocument/2006/relationships/slide" Target="/ppt/slides/slide20.xml" Id="R86013482530342cf" /><Relationship Type="http://schemas.openxmlformats.org/officeDocument/2006/relationships/slide" Target="/ppt/slides/slide21.xml" Id="Rf672383632cf41a9" /><Relationship Type="http://schemas.openxmlformats.org/officeDocument/2006/relationships/slide" Target="/ppt/slides/slide22.xml" Id="R51c8e405e8614fa1" /><Relationship Type="http://schemas.openxmlformats.org/officeDocument/2006/relationships/slide" Target="/ppt/slides/slide23.xml" Id="R5a7499ae198f413b" /><Relationship Type="http://schemas.openxmlformats.org/officeDocument/2006/relationships/slide" Target="/ppt/slides/slide24.xml" Id="R300e90a44ff14577" /><Relationship Type="http://schemas.openxmlformats.org/officeDocument/2006/relationships/slide" Target="/ppt/slides/slide25.xml" Id="Raa1f521c270844fe" /><Relationship Type="http://schemas.openxmlformats.org/officeDocument/2006/relationships/slide" Target="/ppt/slides/slide26.xml" Id="R5b98811af7684710" /><Relationship Type="http://schemas.openxmlformats.org/officeDocument/2006/relationships/slide" Target="/ppt/slides/slide27.xml" Id="R292980fb3ee543d2" /><Relationship Type="http://schemas.openxmlformats.org/officeDocument/2006/relationships/slide" Target="/ppt/slides/slide28.xml" Id="Reff42545a9e04b92" /><Relationship Type="http://schemas.openxmlformats.org/officeDocument/2006/relationships/slide" Target="/ppt/slides/slide29.xml" Id="R8bcb91a4e07c4c5f" /><Relationship Type="http://schemas.openxmlformats.org/officeDocument/2006/relationships/slide" Target="/ppt/slides/slide30.xml" Id="R559ca53cd0c447d5" /><Relationship Type="http://schemas.openxmlformats.org/officeDocument/2006/relationships/slide" Target="/ppt/slides/slide31.xml" Id="Re24fe5172edd4fc5" /><Relationship Type="http://schemas.openxmlformats.org/officeDocument/2006/relationships/slide" Target="/ppt/slides/slide32.xml" Id="Rab15214265404147" /><Relationship Type="http://schemas.openxmlformats.org/officeDocument/2006/relationships/slide" Target="/ppt/slides/slide33.xml" Id="Rfea78f588a624d30" /><Relationship Type="http://schemas.openxmlformats.org/officeDocument/2006/relationships/slide" Target="/ppt/slides/slide34.xml" Id="Rf6a41794ef8a46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6b32cfbfe1b46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f95c9045ea431e" /><Relationship Type="http://schemas.openxmlformats.org/officeDocument/2006/relationships/notesMaster" Target="/ppt/notesMasters/notesMaster1.xml" Id="R3f1d014c2dd04a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dfd0efd93840bd" /><Relationship Type="http://schemas.openxmlformats.org/officeDocument/2006/relationships/notesMaster" Target="/ppt/notesMasters/notesMaster1.xml" Id="R12ddeb03a0304c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6893b34130496b" /><Relationship Type="http://schemas.openxmlformats.org/officeDocument/2006/relationships/notesMaster" Target="/ppt/notesMasters/notesMaster1.xml" Id="Rafd4d84cf19541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6dd3c5fdaa459e" /><Relationship Type="http://schemas.openxmlformats.org/officeDocument/2006/relationships/notesMaster" Target="/ppt/notesMasters/notesMaster1.xml" Id="R526f3473092348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3c96bba0f64133" /><Relationship Type="http://schemas.openxmlformats.org/officeDocument/2006/relationships/notesMaster" Target="/ppt/notesMasters/notesMaster1.xml" Id="Re805df5f761144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07cf5042b94449" /><Relationship Type="http://schemas.openxmlformats.org/officeDocument/2006/relationships/notesMaster" Target="/ppt/notesMasters/notesMaster1.xml" Id="R6a8a920513e746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d0707141744da5" /><Relationship Type="http://schemas.openxmlformats.org/officeDocument/2006/relationships/notesMaster" Target="/ppt/notesMasters/notesMaster1.xml" Id="R25fa285d7d8844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43199443f74ff2" /><Relationship Type="http://schemas.openxmlformats.org/officeDocument/2006/relationships/notesMaster" Target="/ppt/notesMasters/notesMaster1.xml" Id="R98661be7b2fe44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7ea80986984569" /><Relationship Type="http://schemas.openxmlformats.org/officeDocument/2006/relationships/notesMaster" Target="/ppt/notesMasters/notesMaster1.xml" Id="R5542533705804a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05a0897bf34898" /><Relationship Type="http://schemas.openxmlformats.org/officeDocument/2006/relationships/notesMaster" Target="/ppt/notesMasters/notesMaster1.xml" Id="Rd0b7af22cf9049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dc5d26b62241cf" /><Relationship Type="http://schemas.openxmlformats.org/officeDocument/2006/relationships/notesMaster" Target="/ppt/notesMasters/notesMaster1.xml" Id="Rd2e2a98c4c544a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c31592a1d646dd" /><Relationship Type="http://schemas.openxmlformats.org/officeDocument/2006/relationships/notesMaster" Target="/ppt/notesMasters/notesMaster1.xml" Id="R3f0bdebb0f2d4fd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99dcc87d9684756" /><Relationship Type="http://schemas.openxmlformats.org/officeDocument/2006/relationships/notesMaster" Target="/ppt/notesMasters/notesMaster1.xml" Id="R0dfd90db6c5f42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3c56e6a9b374eb5" /><Relationship Type="http://schemas.openxmlformats.org/officeDocument/2006/relationships/notesMaster" Target="/ppt/notesMasters/notesMaster1.xml" Id="R8401317fb88f4a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fb471a508044a7" /><Relationship Type="http://schemas.openxmlformats.org/officeDocument/2006/relationships/notesMaster" Target="/ppt/notesMasters/notesMaster1.xml" Id="R84d96465606645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2bce44e9d4b49fc" /><Relationship Type="http://schemas.openxmlformats.org/officeDocument/2006/relationships/notesMaster" Target="/ppt/notesMasters/notesMaster1.xml" Id="R05c6e2f0c0e84a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aecfe969e574a8f" /><Relationship Type="http://schemas.openxmlformats.org/officeDocument/2006/relationships/notesMaster" Target="/ppt/notesMasters/notesMaster1.xml" Id="R70f96feeca764cc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4bfd8a63474121" /><Relationship Type="http://schemas.openxmlformats.org/officeDocument/2006/relationships/notesMaster" Target="/ppt/notesMasters/notesMaster1.xml" Id="Rf1145cabec874b4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4f8a00f4544e0a" /><Relationship Type="http://schemas.openxmlformats.org/officeDocument/2006/relationships/notesMaster" Target="/ppt/notesMasters/notesMaster1.xml" Id="R7bbb006313cd41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69fb5f580c04431" /><Relationship Type="http://schemas.openxmlformats.org/officeDocument/2006/relationships/notesMaster" Target="/ppt/notesMasters/notesMaster1.xml" Id="Rfd844ef1136945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111eea06d247da" /><Relationship Type="http://schemas.openxmlformats.org/officeDocument/2006/relationships/notesMaster" Target="/ppt/notesMasters/notesMaster1.xml" Id="R08d30f2bc4c146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323a3e740814031" /><Relationship Type="http://schemas.openxmlformats.org/officeDocument/2006/relationships/notesMaster" Target="/ppt/notesMasters/notesMaster1.xml" Id="Rfcf43b08ec5148d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5b3730fb7c345c4" /><Relationship Type="http://schemas.openxmlformats.org/officeDocument/2006/relationships/notesMaster" Target="/ppt/notesMasters/notesMaster1.xml" Id="R759448bf9e3b42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efc5be05a644b7" /><Relationship Type="http://schemas.openxmlformats.org/officeDocument/2006/relationships/notesMaster" Target="/ppt/notesMasters/notesMaster1.xml" Id="R32cf07857d89433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4fddfbeaabc4760" /><Relationship Type="http://schemas.openxmlformats.org/officeDocument/2006/relationships/notesMaster" Target="/ppt/notesMasters/notesMaster1.xml" Id="R63a7425a0cce477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5288093e1b243e7" /><Relationship Type="http://schemas.openxmlformats.org/officeDocument/2006/relationships/notesMaster" Target="/ppt/notesMasters/notesMaster1.xml" Id="R833e3e8806cb4b6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cace07798984862" /><Relationship Type="http://schemas.openxmlformats.org/officeDocument/2006/relationships/notesMaster" Target="/ppt/notesMasters/notesMaster1.xml" Id="Re7ead11f94b64a3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88c20c229d6442b" /><Relationship Type="http://schemas.openxmlformats.org/officeDocument/2006/relationships/notesMaster" Target="/ppt/notesMasters/notesMaster1.xml" Id="Rbe27c220e7b9464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f32599a02124546" /><Relationship Type="http://schemas.openxmlformats.org/officeDocument/2006/relationships/notesMaster" Target="/ppt/notesMasters/notesMaster1.xml" Id="R962978f02f4443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52b8bd1acd64f64" /><Relationship Type="http://schemas.openxmlformats.org/officeDocument/2006/relationships/notesMaster" Target="/ppt/notesMasters/notesMaster1.xml" Id="R0149f2bfdc53403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456b796a644247" /><Relationship Type="http://schemas.openxmlformats.org/officeDocument/2006/relationships/notesMaster" Target="/ppt/notesMasters/notesMaster1.xml" Id="R4e1af9045ab44e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5e76dce6ec4405b" /><Relationship Type="http://schemas.openxmlformats.org/officeDocument/2006/relationships/notesMaster" Target="/ppt/notesMasters/notesMaster1.xml" Id="R96a62e3ae65c4b9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23788f15b494ff8" /><Relationship Type="http://schemas.openxmlformats.org/officeDocument/2006/relationships/notesMaster" Target="/ppt/notesMasters/notesMaster1.xml" Id="Rfab96458cee64c8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1d3b3b795794a60" /><Relationship Type="http://schemas.openxmlformats.org/officeDocument/2006/relationships/notesMaster" Target="/ppt/notesMasters/notesMaster1.xml" Id="R2f401d5e8987470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Rangkuman terpadu enam modul untuk pembelajaran. Ilustrasi sampul merupakan visual konseptual, bukan diagram arsitektur. Materi utama mengikuti konteks modul tahun 2020.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Bab 1 membangun lingkungan pengembangan. Bab 2 menghubungkan layar. Bab 3 membentuk pengalaman pengguna. Bab 4 membahas pekerjaan di luar tampilan utama. Bab 5 dan 6 membedakan penyimpanan perangkat dan layanan cloud.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1(2).pdf. Halaman PDF 5–9, 22–26.</a:t>
            </a:r>
          </a:p>
          <a:p xmlns:a="http://schemas.openxmlformats.org/drawingml/2006/main">
            <a:r>
              <a:t>Fokus ringkasan adalah Java dan layout XML sesuai modul. Persentase pangsa pasar serta daftar versi Android pada modul merupakan data 2020, sehingga tidak digunakan sebagai gambaran pasar atau versi terkini.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1(2).pdf. Halaman PDF 7–9.</a:t>
            </a:r>
          </a:p>
          <a:p xmlns:a="http://schemas.openxmlformats.org/drawingml/2006/main">
            <a:r>
              <a:t>Diagram Gambar 1 dari modul. Sumber gambar yang dicantumkan modul: https://developer.android.com/guide/platform/images/android-stack_2x.png. Diagram dipakai sebagai ilustrasi struktur sumber. ART dan pustaka native merupakan kelompok pada lapisan tengah, bukan urutan aplikasi yang dieksekusi satu per satu.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1(2).pdf. Halaman PDF 11–21, 24–26.</a:t>
            </a:r>
          </a:p>
          <a:p xmlns:a="http://schemas.openxmlformats.org/drawingml/2006/main">
            <a:r>
              <a:t>Modul menggunakan Android Studio sekitar versi 4.1 dan contoh JDK 8. Spesifikasi perangkat dan tampilan menu pada sumber adalah konteks historis, bukan persyaratan versi terbaru. Pengujian dapat melalui Android Virtual Device atau perangkat fisik dengan Developer Options dan USB debugging.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1(2).pdf. Halaman PDF 22–26.</a:t>
            </a:r>
          </a:p>
          <a:p xmlns:a="http://schemas.openxmlformats.org/drawingml/2006/main">
            <a:r>
              <a:t>Keempat bagian proyek memisahkan konfigurasi aplikasi, logika Java, resource, dan proses build. Modul menjelaskan penggunaan AVD Manager serta pengujian pada perangkat fisik. Tantangan penting yang perlu diperiksa meliputi ukuran layar, respons aplikasi, dan kompatibilitas.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2(2).pdf. Halaman PDF 4–11.</a:t>
            </a:r>
          </a:p>
          <a:p xmlns:a="http://schemas.openxmlformats.org/drawingml/2006/main">
            <a:r>
              <a:t>Activity merupakan komponen aplikasi yang menyediakan sebuah jendela untuk interaksi. Contoh potongan Java disederhanakan dari pola onCreate dan setContentView pada modul, bukan kelas program lengkap. Activity dideklarasikan pada manifest. Main Activity memiliki intent filter MAIN dan LAUNCHER dalam contoh modul.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2(2).pdf. Halaman PDF 6–10.</a:t>
            </a:r>
          </a:p>
          <a:p xmlns:a="http://schemas.openxmlformats.org/drawingml/2006/main">
            <a:r>
              <a:t>Gambar 14 dari modul, bersumber pada diagram Activity lifecycle Android Developers. Callback membantu mengatur state dan resource sesuai perubahan visibilitas. Diagram juga menunjukkan proses dapat dihentikan sistem saat memori diperlukan. Oleh sebab itu penyimpanan data tidak boleh bergantung hanya pada onDestroy.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2(2).pdf. Halaman PDF 14–19.</a:t>
            </a:r>
          </a:p>
          <a:p xmlns:a="http://schemas.openxmlformats.org/drawingml/2006/main">
            <a:r>
              <a:t>Modul juga menjelaskan penggunaan Intent untuk service dan broadcast. Explicit Intent menetapkan komponen tujuan. Implicit Intent dicocokkan dengan intent filter dan dapat menampilkan pemilih aplikasi apabila lebih dari satu aplikasi cocok. Potongan kode merupakan ilustrasi yang disederhanakan.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2(2).pdf. Halaman PDF 18, 24–29.</a:t>
            </a:r>
          </a:p>
          <a:p xmlns:a="http://schemas.openxmlformats.org/drawingml/2006/main">
            <a:r>
              <a:t>Contoh pengiriman menggunakan putExtra dan penerimaan menggunakan getStringExtra. Modul membahas URI, extras, Bundle, serta video Parcelable. Sumber juga memperlihatkan pengembalian hasil dengan startActivityForResult, setResult, finish, dan onActivityResult dalam pola API yang digunakan saat modul terbit.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2(2).pdf. Halaman PDF 20–23.</a:t>
            </a:r>
          </a:p>
          <a:p xmlns:a="http://schemas.openxmlformats.org/drawingml/2006/main">
            <a:r>
              <a:t>Modul menekankan antarmuka fleksibel, reuse, serta ketergantungan Fragment pada host Activity. Fragment tidak perlu didaftarkan sebagai Activity dalam manifest. Gambar 16 memperlihatkan lifecycle Fragment dan view-nya, bersumber pada https://developer.android.com/images/guide/fragments/fragment-view-lifecycle.png?authuser=1.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3(2).pdf. Halaman PDF 4–9.</a:t>
            </a:r>
          </a:p>
          <a:p xmlns:a="http://schemas.openxmlformats.org/drawingml/2006/main">
            <a:r>
              <a:t>UI dan UX dibahas sebagai aspek penting pengembangan aplikasi. Modul menekankan elemen yang mudah dijangkau, dimengerti, dan digunakan serta pengurangan langkah yang tidak perlu. Ringkasan membedakan tampilan dan pengalaman tanpa memisahkan keduanya dalam praktik.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3(2).pdf. Halaman PDF 6, 9–11.</a:t>
            </a:r>
          </a:p>
          <a:p xmlns:a="http://schemas.openxmlformats.org/drawingml/2006/main">
            <a:r>
              <a:t>Button dapat merespons melalui atribut android:onClick pada XML atau OnClickListener pada Java. Toast memberikan pesan singkat yang hilang otomatis. Dialog mendukung keputusan atau input yang lebih terarah. Tabel merangkum pemilihan kontrol berdasarkan kebutuhan input pengguna.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3(2).pdf. Halaman PDF 5, 7–13.</a:t>
            </a:r>
          </a:p>
          <a:p xmlns:a="http://schemas.openxmlformats.org/drawingml/2006/main">
            <a:r>
              <a:t>Empat gambar layout bersumber dari Gambar 17 modul. View adalah elemen antarmuka, sedangkan ViewGroup menampung dan menata View. Modul juga menjelaskan drawable, Image Asset Studio untuk set ikon berbagai ukuran, dan Vector Asset Studio untuk grafis yang skalabel.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3(2).pdf. Halaman PDF 13–22.</a:t>
            </a:r>
          </a:p>
          <a:p xmlns:a="http://schemas.openxmlformats.org/drawingml/2006/main">
            <a:r>
              <a:t>Modul memperkenalkan RecyclerView sebagai komponen yang lebih fleksibel dan efisien dibandingkan ListView. Contoh menggunakan ArrayList&lt;Book&gt;, layout item_list_book, ListBookAdapter, ViewHolder, serta LinearLayoutManager. Praktik rinci bab ini berfokus pada RecyclerView. ListView muncul kembali dalam contoh SQLite dan Firebase.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3(2).pdf. Halaman PDF 14–22.</a:t>
            </a:r>
          </a:p>
          <a:p xmlns:a="http://schemas.openxmlformats.org/drawingml/2006/main">
            <a:r>
              <a:t>Data contoh berasal dari string-array pada strings.xml. getList mengubah setiap elemen menjadi objek Book. onCreateViewHolder mengembangkan layout, onBindViewHolder memasangkan data ke View, dan getItemCount menentukan jumlah item. Kode di slide dipadatkan dari pola modul, bukan proyek 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4(2).pdf. Halaman PDF 4–8.</a:t>
            </a:r>
          </a:p>
          <a:p xmlns:a="http://schemas.openxmlformats.org/drawingml/2006/main">
            <a:r>
              <a:t>Modul menjelaskan AlarmManager dapat memicu Intent dan bekerja dengan BroadcastReceiver. JobScheduler menggunakan JobInfo untuk menentukan kondisi eksekusi. Perbedaan ini adalah ringkasan konseptual dua mekanisme dalam modul, bukan daftar seluruh pilihan penjadwalan Android terkini.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4(2).pdf. Halaman PDF 6–8.</a:t>
            </a:r>
          </a:p>
          <a:p xmlns:a="http://schemas.openxmlformats.org/drawingml/2006/main">
            <a:r>
              <a:t>Klarifikasi terhadap uraian sumber: tugas bertahan setelah reboot hanya jika dipersistenkan melalui setPersisted(true), dengan izin RECEIVE_BOOT_COMPLETED. Referensi: https://developer.android.com/reference/android/app/job/JobInfo.Builder#setPersisted(boolean), diakses 24 Oktober 2026. onStartJob dan onStopJob merupakan callback JobService. Pekerjaan berat perlu dijalankan pada eksekusi terpisah agar tidak memblokir main thread.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4(2).pdf. Halaman PDF 8–17.</a:t>
            </a:r>
          </a:p>
          <a:p xmlns:a="http://schemas.openxmlformats.org/drawingml/2006/main">
            <a:r>
              <a:t>Gambar 21 menunjukkan notification dot dan informasi notifikasi pada launcher. Sumber gambar dalam modul: https://developer.android.com/codelabs/android-training-notifications/img/18372f91a1eb5837.png?authuser=1. Komponen praktik meliputi NotificationManager, NotificationChannel, NotificationCompat.Builder, serta PendingIntent.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4(2).pdf. Halaman PDF 10–21.</a:t>
            </a:r>
          </a:p>
          <a:p xmlns:a="http://schemas.openxmlformats.org/drawingml/2006/main">
            <a:r>
              <a:t>Contoh App Notification dipicu tombol. Notifikasi memakai ID serta channel ID yang berbeda peran. Auto-cancel menghilangkan notifikasi ketika pengguna menekannya. Langkah ini merangkum latihan modul 2020, bukan implementasi lengkap untuk semua target Android. Persyaratan izin dan konfigurasi pada SDK yang digunakan tetap perlu diperiksa.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5(1).pdf. Halaman PDF 4–6.</a:t>
            </a:r>
          </a:p>
          <a:p xmlns:a="http://schemas.openxmlformats.org/drawingml/2006/main">
            <a:r>
              <a:t>Modul membandingkan penyimpanan lokal dan layanan di luar perangkat. Content Provider lebih tepat dipahami sebagai antarmuka akses dan berbagi data, bukan mesin penyimpanan. Deskripsi izin serta sifat external storage pada modul mengikuti konteks 2020 dan tidak digeneralisasi menjadi akses bebas oleh semua aplikasi.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5(1).pdf. Halaman PDF 6–9.</a:t>
            </a:r>
          </a:p>
          <a:p xmlns:a="http://schemas.openxmlformats.org/drawingml/2006/main">
            <a:r>
              <a:t>Ringkasan Tabel 2 modul. SharedPreferences menyimpan data sederhana lintas sesi. Saved instance state membantu rekonstruksi keadaan UI, bukan pengganti penyimpanan data pengguna jangka panjang. Data primitif yang dibahas meliputi boolean, float, int, long, dan String.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5(1).pdf. Halaman PDF 6–14.</a:t>
            </a:r>
          </a:p>
          <a:p xmlns:a="http://schemas.openxmlformats.org/drawingml/2006/main">
            <a:r>
              <a:t>Potongan Java disederhanakan dan signature diperbaiki: getSharedPreferences(String name, int mode) serta Activity.getPreferences(int mode). apply menyimpan perubahan secara asynchronous, commit melakukan commit sinkron dan mengembalikan boolean. Sumber klarifikasi: https://developer.android.com/training/data-storage/shared-preferences, diakses 24 Oktober 2026. clear dipakai untuk menghapus preferensi sesuai kebutuhan, bukan langkah wajib setiap penyimpanan.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5(1).pdf. Halaman PDF 15–16, 26.</a:t>
            </a:r>
          </a:p>
          <a:p xmlns:a="http://schemas.openxmlformats.org/drawingml/2006/main">
            <a:r>
              <a:t>DataHelper pada contoh extends SQLiteOpenHelper. onCreate membuat tabel biodata dengan kolom no integer primary key autoincrement, name, birthdate, gender, dan address. onUpgrade disediakan namun tidak diisi dalam contoh, sehingga strategi perubahan skema belum dibahas tuntas.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5(1).pdf. Halaman PDF 17–31.</a:t>
            </a:r>
          </a:p>
          <a:p xmlns:a="http://schemas.openxmlformats.org/drawingml/2006/main">
            <a:r>
              <a:t>MainActivity menampilkan ListView dan pilihan lihat, update, hapus. CreateBio, SeeBio, dan UpdateBio menangani layar khusus. Catatan analisis kode: contoh memilih beberapa record menggunakan nama, bukan ID. Untuk penerapan yang lebih andal, identifikasi record dengan primary key dan gunakan parameter query atau ContentValues agar input tidak dirangkai langsung ke SQL. Ini adalah catatan penyempurnaan dari analisis kode, bukan klaim bahwa contoh modul sudah menerapkannya.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6(2).pdf. Halaman PDF 4–5, 12–15.</a:t>
            </a:r>
          </a:p>
          <a:p xmlns:a="http://schemas.openxmlformats.org/drawingml/2006/main">
            <a:r>
              <a:t>Bab 6 menggunakan Firebase Realtime Database, layanan NoSQL dengan struktur JSON. JSON pada slide merupakan ilustrasi yang mengikuti model Agenda (id dan item), bukan data hasil eksekusi. Sinkronisasi terjadi saat koneksi tersedia. Akses offline bergantung data yang sudah tersedia di client dan konfigurasi persistence, bukan seluruh database otomatis tersedia offline.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6(2).pdf. Halaman PDF 5–12.</a:t>
            </a:r>
          </a:p>
          <a:p xmlns:a="http://schemas.openxmlformats.org/drawingml/2006/main">
            <a:r>
              <a:t>Modul mencantumkan versi plugin dan SDK yang digunakan saat 2020. Ringkasan tidak menyajikannya sebagai versi terbaru. Ejaan file yang benar adalah google-services.json, diletakkan pada root direktori modul app. Klarifikasi: https://firebase.google.com/docs/android/setup, diakses 24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6(2).pdf. Halaman PDF 13–18, 21–25.</a:t>
            </a:r>
          </a:p>
          <a:p xmlns:a="http://schemas.openxmlformats.org/drawingml/2006/main">
            <a:r>
              <a:t>Operasi mengikuti contoh modul. setValue pada lokasi sama mengganti nilai pada lokasi itu, sehingga isi objek harus sesuai maksud pembaruan. ValueEventListener menerima snapshot dan onDataChange menyusun ulang list agenda. Tabel merangkum API, bukan kode aplikasi lengkap.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Ebook P Mobile Bab 6(2).pdf. Halaman PDF 10, 13–18.</a:t>
            </a:r>
          </a:p>
          <a:p xmlns:a="http://schemas.openxmlformats.org/drawingml/2006/main">
            <a:r>
              <a:t>Contoh menggunakan model Agenda, adapter AgendaList, ValueEventListener, serta dialog update/delete. Aturan terbuka hanya layak untuk pengujian terbatas. auth != null memeriksa identitas masuk, namun pembatasan data per pengguna memerlukan rules yang sesuai. Referensi klarifikasi: https://firebase.google.com/docs/database/security, diakses 24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Sumber: Bab 5 halaman PDF 4–16 dan 24–31, Bab 6 halaman PDF 4–18. Perbandingan adalah sintesis fungsi yang dijelaskan dalam modul. Firebase juga dapat menyimpan cache lokal. Untuk persistence lintas restart perlu konfigurasi yang sesuai: https://firebase.google.com/docs/database/android/offline-capabilities.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Slide ini merupakan sintesis pembelajaran. Modul sumber memiliki beberapa latihan terpisah: RecyclerView buku, notifikasi, SharedPreferences, SQLite biodata, dan Firebase agenda. Rancangan terpadu memperlihatkan keterkaitan konsep tanpa menyatakan bahwa satu aplikasi lengkap tersebut tersedia di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Klarifikasi tidak mengubah tujuan bab. Rujukan: https://developer.android.com/training/data-storage/shared-preferences ; https://developer.android.com/reference/android/app/job/JobInfo.Builder#setPersisted(boolean) ; https://firebase.google.com/docs/database/android/offline-capabilities ; https://firebase.google.com/docs/android/setup. Diakses 24 Oktober 2026. Catatan SQLite berasal dari analisis kode: query contoh memakai nama dan penggabungan string. Validasi input, penanganan error, serta pembatasan akses perlu diperhatikan pada implementasi nyata.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Alur kompetensi merangkum capaian setiap modul. Landasan yang perlu dipahami adalah hubungan antara lifecycle, respons antarmuka, dan persistensi data. Penguasaan komponen secara bertahap membantu membaca serta mengembangkan contoh aplikasi dalam modul.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utama: Erma Susanti. Pemrograman Mobile Android dengan Java. Desember 2020. Keenam file Bab 1–6. </a:t>
            </a:r>
          </a:p>
          <a:p xmlns:a="http://schemas.openxmlformats.org/drawingml/2006/main">
            <a:r>
              <a:t>Seluruh file utama yang diberikan pengguna dipakai dalam rangkuman ini. Rujukan per slide tertera pada catatan pembicara. Klarifikasi teknis memakai dokumentasi resmi Android Developers dan Firebase: shared-preferences, JobInfo.Builder, database/android/offline-capabilities, database/security, dan android/setup. Tanggal akses: 24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c33bede1a14e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a5164af7cc4f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2d13dac15546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50181aa9404b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63b932ef6c4c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cfe584301b47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940AF7-1BBD-4259-B7A9-E272E907D2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CA2BD1-9043-4109-AA13-5870A47320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D37FF3-6264-4926-B827-4F4085B239D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6B4951-B5FA-49CD-9588-457839B3B1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CDB948-516E-49A3-B498-DB52034C75F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B0D82D8-CDFA-4B3C-A14C-B0183F312D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BC5966-D8E2-4D99-AA6C-43F8DE8A378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94C6D2-D8E0-47EB-831E-8BD9E680AB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A8B7E4-A6F9-408C-A310-E940CB7C47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47FD0C-2BE5-4EBE-88F0-A17E419039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c00260c8504eec" /><Relationship Type="http://schemas.openxmlformats.org/officeDocument/2006/relationships/slideLayout" Target="/ppt/slideLayouts/slideLayout1.xml" Id="R527e58ef6b3c47fb" /><Relationship Type="http://schemas.openxmlformats.org/officeDocument/2006/relationships/slideLayout" Target="/ppt/slideLayouts/slideLayout2.xml" Id="R0386bb5e3e6246cf" /><Relationship Type="http://schemas.openxmlformats.org/officeDocument/2006/relationships/slideLayout" Target="/ppt/slideLayouts/slideLayout3.xml" Id="R880a7a1378d34af4" /><Relationship Type="http://schemas.openxmlformats.org/officeDocument/2006/relationships/slideLayout" Target="/ppt/slideLayouts/slideLayout4.xml" Id="R7489c1b06eb64fd6" /><Relationship Type="http://schemas.openxmlformats.org/officeDocument/2006/relationships/slideLayout" Target="/ppt/slideLayouts/slideLayout5.xml" Id="Rd3d0685bd9de4a78" /><Relationship Type="http://schemas.openxmlformats.org/officeDocument/2006/relationships/slideLayout" Target="/ppt/slideLayouts/slideLayout6.xml" Id="Rdb4b74978ef547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7e58ef6b3c47fb"/>
    <p:sldLayoutId xmlns:r="http://schemas.openxmlformats.org/officeDocument/2006/relationships" id="2147483650" r:id="R0386bb5e3e6246cf"/>
    <p:sldLayoutId xmlns:r="http://schemas.openxmlformats.org/officeDocument/2006/relationships" id="2147483651" r:id="R880a7a1378d34af4"/>
    <p:sldLayoutId xmlns:r="http://schemas.openxmlformats.org/officeDocument/2006/relationships" id="2147483652" r:id="R7489c1b06eb64fd6"/>
    <p:sldLayoutId xmlns:r="http://schemas.openxmlformats.org/officeDocument/2006/relationships" id="2147483653" r:id="Rd3d0685bd9de4a78"/>
    <p:sldLayoutId xmlns:r="http://schemas.openxmlformats.org/officeDocument/2006/relationships" id="2147483654" r:id="Rdb4b74978ef547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15c23cfc9d74140" /><Relationship Type="http://schemas.openxmlformats.org/officeDocument/2006/relationships/image" Target="/ppt/media/image.png" Id="Rfceb36519bb84188" /><Relationship Type="http://schemas.openxmlformats.org/officeDocument/2006/relationships/notesSlide" Target="/ppt/notesSlides/notesSlide1.xml" Id="Rd3ced3c86d834b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0cae0b663b43d7" /><Relationship Type="http://schemas.openxmlformats.org/officeDocument/2006/relationships/notesSlide" Target="/ppt/notesSlides/notesSlide2.xml" Id="R974791e0fa1444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84b06d1ecda4454" /><Relationship Type="http://schemas.openxmlformats.org/officeDocument/2006/relationships/notesSlide" Target="/ppt/notesSlides/notesSlide3.xml" Id="Re7667eb0d60d49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909d7e6771e49dc" /><Relationship Type="http://schemas.openxmlformats.org/officeDocument/2006/relationships/image" Target="/ppt/media/image2.png" Id="R7e5aa1a769814477" /><Relationship Type="http://schemas.openxmlformats.org/officeDocument/2006/relationships/notesSlide" Target="/ppt/notesSlides/notesSlide4.xml" Id="Ra3c42937e76845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75d22205e0d4837" /><Relationship Type="http://schemas.openxmlformats.org/officeDocument/2006/relationships/notesSlide" Target="/ppt/notesSlides/notesSlide5.xml" Id="Rdf6c8d15b4fd4f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4d08f703d74a6f" /><Relationship Type="http://schemas.openxmlformats.org/officeDocument/2006/relationships/notesSlide" Target="/ppt/notesSlides/notesSlide6.xml" Id="Rd75b5762347b4e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766952c94b46c0" /><Relationship Type="http://schemas.openxmlformats.org/officeDocument/2006/relationships/notesSlide" Target="/ppt/notesSlides/notesSlide7.xml" Id="Rf49c3d37067d4c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bb6b5e1b09b4f5a" /><Relationship Type="http://schemas.openxmlformats.org/officeDocument/2006/relationships/image" Target="/ppt/media/image3.png" Id="R659524fb031b443b" /><Relationship Type="http://schemas.openxmlformats.org/officeDocument/2006/relationships/notesSlide" Target="/ppt/notesSlides/notesSlide8.xml" Id="Re5eedfa750a542f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6ba88b698745ce" /><Relationship Type="http://schemas.openxmlformats.org/officeDocument/2006/relationships/notesSlide" Target="/ppt/notesSlides/notesSlide9.xml" Id="Ra029b673a2f244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e48d2fd306148f1" /><Relationship Type="http://schemas.openxmlformats.org/officeDocument/2006/relationships/notesSlide" Target="/ppt/notesSlides/notesSlide10.xml" Id="R5690c1126b8b46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818d5b114243e9" /><Relationship Type="http://schemas.openxmlformats.org/officeDocument/2006/relationships/image" Target="/ppt/media/image4.png" Id="R5e5dae3b26754765" /><Relationship Type="http://schemas.openxmlformats.org/officeDocument/2006/relationships/notesSlide" Target="/ppt/notesSlides/notesSlide11.xml" Id="R0a9c807d208049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f1afe4fddde46da" /><Relationship Type="http://schemas.openxmlformats.org/officeDocument/2006/relationships/notesSlide" Target="/ppt/notesSlides/notesSlide12.xml" Id="R1acf9ef5d81d4f2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52c7d39d8fa4e67" /><Relationship Type="http://schemas.openxmlformats.org/officeDocument/2006/relationships/notesSlide" Target="/ppt/notesSlides/notesSlide13.xml" Id="R1f409f34e15a4b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569ef536ecc45f8" /><Relationship Type="http://schemas.openxmlformats.org/officeDocument/2006/relationships/image" Target="/ppt/media/image5.png" Id="Rbea8667d1c864db9" /><Relationship Type="http://schemas.openxmlformats.org/officeDocument/2006/relationships/image" Target="/ppt/media/image6.png" Id="Rb1d96bdcd3234c10" /><Relationship Type="http://schemas.openxmlformats.org/officeDocument/2006/relationships/image" Target="/ppt/media/image7.png" Id="Re1cf2365195a40d8" /><Relationship Type="http://schemas.openxmlformats.org/officeDocument/2006/relationships/image" Target="/ppt/media/image8.png" Id="Rd62c7342adaf4f15" /><Relationship Type="http://schemas.openxmlformats.org/officeDocument/2006/relationships/notesSlide" Target="/ppt/notesSlides/notesSlide14.xml" Id="R70b6d6729b0740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f1765be2e3547ca" /><Relationship Type="http://schemas.openxmlformats.org/officeDocument/2006/relationships/notesSlide" Target="/ppt/notesSlides/notesSlide15.xml" Id="R134b8832d106446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e9238fb347849b1" /><Relationship Type="http://schemas.openxmlformats.org/officeDocument/2006/relationships/notesSlide" Target="/ppt/notesSlides/notesSlide16.xml" Id="R5cf96f83cd254f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2876f60364e4f95" /><Relationship Type="http://schemas.openxmlformats.org/officeDocument/2006/relationships/notesSlide" Target="/ppt/notesSlides/notesSlide17.xml" Id="R0d5bcb9a4ee24cd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ca71b48707d46fa" /><Relationship Type="http://schemas.openxmlformats.org/officeDocument/2006/relationships/notesSlide" Target="/ppt/notesSlides/notesSlide18.xml" Id="R35cc7ff5907446b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98695fed9844da9" /><Relationship Type="http://schemas.openxmlformats.org/officeDocument/2006/relationships/image" Target="/ppt/media/image9.png" Id="R8b4a6b651435466b" /><Relationship Type="http://schemas.openxmlformats.org/officeDocument/2006/relationships/notesSlide" Target="/ppt/notesSlides/notesSlide19.xml" Id="R05bdedaa36524d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329e180e6e24f0d" /><Relationship Type="http://schemas.openxmlformats.org/officeDocument/2006/relationships/notesSlide" Target="/ppt/notesSlides/notesSlide20.xml" Id="Rd0b134883b2b40a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16e87531d3f481c" /><Relationship Type="http://schemas.openxmlformats.org/officeDocument/2006/relationships/notesSlide" Target="/ppt/notesSlides/notesSlide21.xml" Id="R794f963b1ebe4c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eb502001805440c" /><Relationship Type="http://schemas.openxmlformats.org/officeDocument/2006/relationships/notesSlide" Target="/ppt/notesSlides/notesSlide22.xml" Id="R1367a4df18ca4f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9da2795b2f14240" /><Relationship Type="http://schemas.openxmlformats.org/officeDocument/2006/relationships/notesSlide" Target="/ppt/notesSlides/notesSlide23.xml" Id="Ra4094a0d2785489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e6caef3a7494366" /><Relationship Type="http://schemas.openxmlformats.org/officeDocument/2006/relationships/notesSlide" Target="/ppt/notesSlides/notesSlide24.xml" Id="R3e5542522fa64e6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d1932d2d8f44232" /><Relationship Type="http://schemas.openxmlformats.org/officeDocument/2006/relationships/image" Target="/ppt/media/image10.png" Id="Rb9b34023a7be4288" /><Relationship Type="http://schemas.openxmlformats.org/officeDocument/2006/relationships/image" Target="/ppt/media/image11.png" Id="R7c500918a4514d1c" /><Relationship Type="http://schemas.openxmlformats.org/officeDocument/2006/relationships/notesSlide" Target="/ppt/notesSlides/notesSlide25.xml" Id="R1b8f8bc32c2640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36db5aa79fc45e1" /><Relationship Type="http://schemas.openxmlformats.org/officeDocument/2006/relationships/notesSlide" Target="/ppt/notesSlides/notesSlide26.xml" Id="R578b6455b12541c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ec9b57fb0095465e" /><Relationship Type="http://schemas.openxmlformats.org/officeDocument/2006/relationships/image" Target="/ppt/media/image12.png" Id="R1d12fc881cdd46c7" /><Relationship Type="http://schemas.openxmlformats.org/officeDocument/2006/relationships/notesSlide" Target="/ppt/notesSlides/notesSlide27.xml" Id="Rf735a88b406d48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7dcdfe048514b14" /><Relationship Type="http://schemas.openxmlformats.org/officeDocument/2006/relationships/notesSlide" Target="/ppt/notesSlides/notesSlide28.xml" Id="R3cc8846b81a74f4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3201830a7624888" /><Relationship Type="http://schemas.openxmlformats.org/officeDocument/2006/relationships/notesSlide" Target="/ppt/notesSlides/notesSlide29.xml" Id="R3b2510f3f7c845a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01cc720a80c4a1f" /><Relationship Type="http://schemas.openxmlformats.org/officeDocument/2006/relationships/notesSlide" Target="/ppt/notesSlides/notesSlide30.xml" Id="R537ddbcb37d24e0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4124c7b0a8e4d05" /><Relationship Type="http://schemas.openxmlformats.org/officeDocument/2006/relationships/notesSlide" Target="/ppt/notesSlides/notesSlide31.xml" Id="R7924741e4e024d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c06d15265d9e4bf8" /><Relationship Type="http://schemas.openxmlformats.org/officeDocument/2006/relationships/notesSlide" Target="/ppt/notesSlides/notesSlide32.xml" Id="Raa117c2fb58946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9363dbb843f46c5" /><Relationship Type="http://schemas.openxmlformats.org/officeDocument/2006/relationships/notesSlide" Target="/ppt/notesSlides/notesSlide33.xml" Id="R872310c164b3487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b4f5103abbf4d5d" /><Relationship Type="http://schemas.openxmlformats.org/officeDocument/2006/relationships/notesSlide" Target="/ppt/notesSlides/notesSlide34.xml" Id="Raab7b3f395834d7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EF3508E-7D9F-455D-B2C1-3F68E6992BD8}"/>
              </a:ext>
            </a:extLst>
          </p:cNvPr>
          <p:cNvPicPr>
            <a:picLocks xmlns:a="http://schemas.openxmlformats.org/drawingml/2006/main" noChangeAspect="1"/>
          </p:cNvPicPr>
          <p:nvPr/>
        </p:nvPicPr>
        <p:blipFill>
          <a:blip xmlns:r="http://schemas.openxmlformats.org/officeDocument/2006/relationships" xmlns:a="http://schemas.openxmlformats.org/drawingml/2006/main" r:embed="Rfceb36519bb8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D6B7B947-4303-4E39-A3E8-3447876B7AC6}"/>
              </a:ext>
            </a:extLst>
          </p:cNvPr>
          <p:cNvSpPr>
            <a:spLocks xmlns:a="http://schemas.openxmlformats.org/drawingml/2006/main" noGrp="1"/>
          </p:cNvSpPr>
          <p:nvPr/>
        </p:nvSpPr>
        <p:spPr>
          <a:xfrm xmlns:a="http://schemas.openxmlformats.org/drawingml/2006/main">
            <a:off x="609600" y="78105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7DE2BA"/>
                </a:solidFill>
                <a:latin typeface="DejaVu Sans"/>
                <a:ea typeface="DejaVu Sans"/>
                <a:cs typeface="DejaVu Sans"/>
              </a:defRPr>
            </a:defPPr>
            <a:lvl1pPr>
              <a:defRPr sz="1425" b="1">
                <a:solidFill>
                  <a:srgbClr val="7DE2BA"/>
                </a:solidFill>
                <a:latin typeface="DejaVu Sans"/>
                <a:ea typeface="DejaVu Sans"/>
                <a:cs typeface="DejaVu Sans"/>
              </a:defRPr>
            </a:lvl1pPr>
            <a:lvl2pPr>
              <a:defRPr sz="1425" b="1">
                <a:solidFill>
                  <a:srgbClr val="7DE2BA"/>
                </a:solidFill>
                <a:latin typeface="DejaVu Sans"/>
                <a:ea typeface="DejaVu Sans"/>
                <a:cs typeface="DejaVu Sans"/>
              </a:defRPr>
            </a:lvl2pPr>
            <a:lvl3pPr>
              <a:defRPr sz="1425" b="1">
                <a:solidFill>
                  <a:srgbClr val="7DE2BA"/>
                </a:solidFill>
                <a:latin typeface="DejaVu Sans"/>
                <a:ea typeface="DejaVu Sans"/>
                <a:cs typeface="DejaVu Sans"/>
              </a:defRPr>
            </a:lvl3pPr>
            <a:lvl4pPr>
              <a:defRPr sz="1425" b="1">
                <a:solidFill>
                  <a:srgbClr val="7DE2BA"/>
                </a:solidFill>
                <a:latin typeface="DejaVu Sans"/>
                <a:ea typeface="DejaVu Sans"/>
                <a:cs typeface="DejaVu Sans"/>
              </a:defRPr>
            </a:lvl4pPr>
            <a:lvl5pPr>
              <a:defRPr sz="1425" b="1">
                <a:solidFill>
                  <a:srgbClr val="7DE2BA"/>
                </a:solidFill>
                <a:latin typeface="DejaVu Sans"/>
                <a:ea typeface="DejaVu Sans"/>
                <a:cs typeface="DejaVu Sans"/>
              </a:defRPr>
            </a:lvl5pPr>
            <a:lvl6pPr>
              <a:defRPr sz="1425" b="1">
                <a:solidFill>
                  <a:srgbClr val="7DE2BA"/>
                </a:solidFill>
                <a:latin typeface="DejaVu Sans"/>
                <a:ea typeface="DejaVu Sans"/>
                <a:cs typeface="DejaVu Sans"/>
              </a:defRPr>
            </a:lvl6pPr>
            <a:lvl7pPr>
              <a:defRPr sz="1425" b="1">
                <a:solidFill>
                  <a:srgbClr val="7DE2BA"/>
                </a:solidFill>
                <a:latin typeface="DejaVu Sans"/>
                <a:ea typeface="DejaVu Sans"/>
                <a:cs typeface="DejaVu Sans"/>
              </a:defRPr>
            </a:lvl7pPr>
            <a:lvl8pPr>
              <a:defRPr sz="1425" b="1">
                <a:solidFill>
                  <a:srgbClr val="7DE2BA"/>
                </a:solidFill>
                <a:latin typeface="DejaVu Sans"/>
                <a:ea typeface="DejaVu Sans"/>
                <a:cs typeface="DejaVu Sans"/>
              </a:defRPr>
            </a:lvl8pPr>
            <a:lvl9pPr>
              <a:defRPr sz="1425" b="1">
                <a:solidFill>
                  <a:srgbClr val="7DE2BA"/>
                </a:solidFill>
                <a:latin typeface="DejaVu Sans"/>
                <a:ea typeface="DejaVu Sans"/>
                <a:cs typeface="DejaVu Sans"/>
              </a:defRPr>
            </a:lvl9pPr>
          </a:lstStyle>
          <a:p xmlns:a="http://schemas.openxmlformats.org/drawingml/2006/main">
            <a:pPr>
              <a:defRPr sz="1425" b="1">
                <a:solidFill>
                  <a:srgbClr val="7DE2BA"/>
                </a:solidFill>
                <a:latin typeface="DejaVu Sans"/>
                <a:ea typeface="DejaVu Sans"/>
                <a:cs typeface="DejaVu Sans"/>
              </a:defRPr>
            </a:pPr>
            <a:r>
              <a:rPr sz="1425" b="1">
                <a:solidFill>
                  <a:srgbClr val="7DE2BA"/>
                </a:solidFill>
                <a:latin typeface="DejaVu Sans"/>
                <a:ea typeface="DejaVu Sans"/>
                <a:cs typeface="DejaVu Sans"/>
              </a:rPr>
              <a:t>RINGKASAN BAB 1–6</a:t>
            </a:r>
          </a:p>
        </p:txBody>
      </p:sp>
      <p:sp>
        <p:nvSpPr>
          <p:cNvPr id="3" name="slide-title">
            <a:extLst xmlns:a="http://schemas.openxmlformats.org/drawingml/2006/main">
              <a:ext uri="{FF2B5EF4-FFF2-40B4-BE49-F238E27FC236}">
                <a16:creationId xmlns:a16="http://schemas.microsoft.com/office/drawing/2014/main" id="{B4958348-AD00-4FFD-9E62-8050F5DC697A}"/>
              </a:ext>
            </a:extLst>
          </p:cNvPr>
          <p:cNvSpPr>
            <a:spLocks xmlns:a="http://schemas.openxmlformats.org/drawingml/2006/main" noGrp="1"/>
          </p:cNvSpPr>
          <p:nvPr/>
        </p:nvSpPr>
        <p:spPr>
          <a:xfrm xmlns:a="http://schemas.openxmlformats.org/drawingml/2006/main">
            <a:off x="609600" y="1752600"/>
            <a:ext cx="6286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575" b="1">
                <a:solidFill>
                  <a:srgbClr val="FFFFFF"/>
                </a:solidFill>
                <a:latin typeface="DejaVu Sans"/>
                <a:ea typeface="DejaVu Sans"/>
                <a:cs typeface="DejaVu Sans"/>
              </a:defRPr>
            </a:defPPr>
            <a:lvl1pPr>
              <a:defRPr sz="4575" b="1">
                <a:solidFill>
                  <a:srgbClr val="FFFFFF"/>
                </a:solidFill>
                <a:latin typeface="DejaVu Sans"/>
                <a:ea typeface="DejaVu Sans"/>
                <a:cs typeface="DejaVu Sans"/>
              </a:defRPr>
            </a:lvl1pPr>
            <a:lvl2pPr>
              <a:defRPr sz="4575" b="1">
                <a:solidFill>
                  <a:srgbClr val="FFFFFF"/>
                </a:solidFill>
                <a:latin typeface="DejaVu Sans"/>
                <a:ea typeface="DejaVu Sans"/>
                <a:cs typeface="DejaVu Sans"/>
              </a:defRPr>
            </a:lvl2pPr>
            <a:lvl3pPr>
              <a:defRPr sz="4575" b="1">
                <a:solidFill>
                  <a:srgbClr val="FFFFFF"/>
                </a:solidFill>
                <a:latin typeface="DejaVu Sans"/>
                <a:ea typeface="DejaVu Sans"/>
                <a:cs typeface="DejaVu Sans"/>
              </a:defRPr>
            </a:lvl3pPr>
            <a:lvl4pPr>
              <a:defRPr sz="4575" b="1">
                <a:solidFill>
                  <a:srgbClr val="FFFFFF"/>
                </a:solidFill>
                <a:latin typeface="DejaVu Sans"/>
                <a:ea typeface="DejaVu Sans"/>
                <a:cs typeface="DejaVu Sans"/>
              </a:defRPr>
            </a:lvl4pPr>
            <a:lvl5pPr>
              <a:defRPr sz="4575" b="1">
                <a:solidFill>
                  <a:srgbClr val="FFFFFF"/>
                </a:solidFill>
                <a:latin typeface="DejaVu Sans"/>
                <a:ea typeface="DejaVu Sans"/>
                <a:cs typeface="DejaVu Sans"/>
              </a:defRPr>
            </a:lvl5pPr>
            <a:lvl6pPr>
              <a:defRPr sz="4575" b="1">
                <a:solidFill>
                  <a:srgbClr val="FFFFFF"/>
                </a:solidFill>
                <a:latin typeface="DejaVu Sans"/>
                <a:ea typeface="DejaVu Sans"/>
                <a:cs typeface="DejaVu Sans"/>
              </a:defRPr>
            </a:lvl6pPr>
            <a:lvl7pPr>
              <a:defRPr sz="4575" b="1">
                <a:solidFill>
                  <a:srgbClr val="FFFFFF"/>
                </a:solidFill>
                <a:latin typeface="DejaVu Sans"/>
                <a:ea typeface="DejaVu Sans"/>
                <a:cs typeface="DejaVu Sans"/>
              </a:defRPr>
            </a:lvl7pPr>
            <a:lvl8pPr>
              <a:defRPr sz="4575" b="1">
                <a:solidFill>
                  <a:srgbClr val="FFFFFF"/>
                </a:solidFill>
                <a:latin typeface="DejaVu Sans"/>
                <a:ea typeface="DejaVu Sans"/>
                <a:cs typeface="DejaVu Sans"/>
              </a:defRPr>
            </a:lvl8pPr>
            <a:lvl9pPr>
              <a:defRPr sz="4575" b="1">
                <a:solidFill>
                  <a:srgbClr val="FFFFFF"/>
                </a:solidFill>
                <a:latin typeface="DejaVu Sans"/>
                <a:ea typeface="DejaVu Sans"/>
                <a:cs typeface="DejaVu Sans"/>
              </a:defRPr>
            </a:lvl9pPr>
          </a:lstStyle>
          <a:p xmlns:a="http://schemas.openxmlformats.org/drawingml/2006/main">
            <a:pPr>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Pemrograman</a:t>
            </a:r>
          </a:p>
          <a:p xmlns:a="http://schemas.openxmlformats.org/drawingml/2006/main">
            <a:pPr>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Mobile Android</a:t>
            </a:r>
          </a:p>
        </p:txBody>
      </p:sp>
      <p:sp>
        <p:nvSpPr>
          <p:cNvPr id="4" name="text-2">
            <a:extLst xmlns:a="http://schemas.openxmlformats.org/drawingml/2006/main">
              <a:ext uri="{FF2B5EF4-FFF2-40B4-BE49-F238E27FC236}">
                <a16:creationId xmlns:a16="http://schemas.microsoft.com/office/drawing/2014/main" id="{0E2DC5CD-3C0A-49E0-A7E1-6FD63DD3229C}"/>
              </a:ext>
            </a:extLst>
          </p:cNvPr>
          <p:cNvSpPr>
            <a:spLocks xmlns:a="http://schemas.openxmlformats.org/drawingml/2006/main" noGrp="1"/>
          </p:cNvSpPr>
          <p:nvPr/>
        </p:nvSpPr>
        <p:spPr>
          <a:xfrm xmlns:a="http://schemas.openxmlformats.org/drawingml/2006/main">
            <a:off x="609600" y="3476625"/>
            <a:ext cx="5857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450" b="1">
                <a:solidFill>
                  <a:srgbClr val="7DE2BA"/>
                </a:solidFill>
                <a:latin typeface="DejaVu Sans"/>
                <a:ea typeface="DejaVu Sans"/>
                <a:cs typeface="DejaVu Sans"/>
              </a:defRPr>
            </a:defPPr>
            <a:lvl1pPr>
              <a:defRPr sz="3450" b="1">
                <a:solidFill>
                  <a:srgbClr val="7DE2BA"/>
                </a:solidFill>
                <a:latin typeface="DejaVu Sans"/>
                <a:ea typeface="DejaVu Sans"/>
                <a:cs typeface="DejaVu Sans"/>
              </a:defRPr>
            </a:lvl1pPr>
            <a:lvl2pPr>
              <a:defRPr sz="3450" b="1">
                <a:solidFill>
                  <a:srgbClr val="7DE2BA"/>
                </a:solidFill>
                <a:latin typeface="DejaVu Sans"/>
                <a:ea typeface="DejaVu Sans"/>
                <a:cs typeface="DejaVu Sans"/>
              </a:defRPr>
            </a:lvl2pPr>
            <a:lvl3pPr>
              <a:defRPr sz="3450" b="1">
                <a:solidFill>
                  <a:srgbClr val="7DE2BA"/>
                </a:solidFill>
                <a:latin typeface="DejaVu Sans"/>
                <a:ea typeface="DejaVu Sans"/>
                <a:cs typeface="DejaVu Sans"/>
              </a:defRPr>
            </a:lvl3pPr>
            <a:lvl4pPr>
              <a:defRPr sz="3450" b="1">
                <a:solidFill>
                  <a:srgbClr val="7DE2BA"/>
                </a:solidFill>
                <a:latin typeface="DejaVu Sans"/>
                <a:ea typeface="DejaVu Sans"/>
                <a:cs typeface="DejaVu Sans"/>
              </a:defRPr>
            </a:lvl4pPr>
            <a:lvl5pPr>
              <a:defRPr sz="3450" b="1">
                <a:solidFill>
                  <a:srgbClr val="7DE2BA"/>
                </a:solidFill>
                <a:latin typeface="DejaVu Sans"/>
                <a:ea typeface="DejaVu Sans"/>
                <a:cs typeface="DejaVu Sans"/>
              </a:defRPr>
            </a:lvl5pPr>
            <a:lvl6pPr>
              <a:defRPr sz="3450" b="1">
                <a:solidFill>
                  <a:srgbClr val="7DE2BA"/>
                </a:solidFill>
                <a:latin typeface="DejaVu Sans"/>
                <a:ea typeface="DejaVu Sans"/>
                <a:cs typeface="DejaVu Sans"/>
              </a:defRPr>
            </a:lvl6pPr>
            <a:lvl7pPr>
              <a:defRPr sz="3450" b="1">
                <a:solidFill>
                  <a:srgbClr val="7DE2BA"/>
                </a:solidFill>
                <a:latin typeface="DejaVu Sans"/>
                <a:ea typeface="DejaVu Sans"/>
                <a:cs typeface="DejaVu Sans"/>
              </a:defRPr>
            </a:lvl7pPr>
            <a:lvl8pPr>
              <a:defRPr sz="3450" b="1">
                <a:solidFill>
                  <a:srgbClr val="7DE2BA"/>
                </a:solidFill>
                <a:latin typeface="DejaVu Sans"/>
                <a:ea typeface="DejaVu Sans"/>
                <a:cs typeface="DejaVu Sans"/>
              </a:defRPr>
            </a:lvl8pPr>
            <a:lvl9pPr>
              <a:defRPr sz="3450" b="1">
                <a:solidFill>
                  <a:srgbClr val="7DE2BA"/>
                </a:solidFill>
                <a:latin typeface="DejaVu Sans"/>
                <a:ea typeface="DejaVu Sans"/>
                <a:cs typeface="DejaVu Sans"/>
              </a:defRPr>
            </a:lvl9pPr>
          </a:lstStyle>
          <a:p xmlns:a="http://schemas.openxmlformats.org/drawingml/2006/main">
            <a:pPr>
              <a:defRPr sz="3450" b="1">
                <a:solidFill>
                  <a:srgbClr val="7DE2BA"/>
                </a:solidFill>
                <a:latin typeface="DejaVu Sans"/>
                <a:ea typeface="DejaVu Sans"/>
                <a:cs typeface="DejaVu Sans"/>
              </a:defRPr>
            </a:pPr>
            <a:r>
              <a:rPr sz="3450" b="1">
                <a:solidFill>
                  <a:srgbClr val="7DE2BA"/>
                </a:solidFill>
                <a:latin typeface="DejaVu Sans"/>
                <a:ea typeface="DejaVu Sans"/>
                <a:cs typeface="DejaVu Sans"/>
              </a:rPr>
              <a:t>dengan Java</a:t>
            </a:r>
          </a:p>
        </p:txBody>
      </p:sp>
      <p:sp>
        <p:nvSpPr>
          <p:cNvPr id="5" name="text-3">
            <a:extLst xmlns:a="http://schemas.openxmlformats.org/drawingml/2006/main">
              <a:ext uri="{FF2B5EF4-FFF2-40B4-BE49-F238E27FC236}">
                <a16:creationId xmlns:a16="http://schemas.microsoft.com/office/drawing/2014/main" id="{2B935597-4930-4B3E-966A-2D751531BB7F}"/>
              </a:ext>
            </a:extLst>
          </p:cNvPr>
          <p:cNvSpPr>
            <a:spLocks xmlns:a="http://schemas.openxmlformats.org/drawingml/2006/main" noGrp="1"/>
          </p:cNvSpPr>
          <p:nvPr/>
        </p:nvSpPr>
        <p:spPr>
          <a:xfrm xmlns:a="http://schemas.openxmlformats.org/drawingml/2006/main">
            <a:off x="609600" y="4505325"/>
            <a:ext cx="571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FFFFFF"/>
                </a:solidFill>
                <a:latin typeface="DejaVu Sans"/>
                <a:ea typeface="DejaVu Sans"/>
                <a:cs typeface="DejaVu Sans"/>
              </a:defRPr>
            </a:defPPr>
            <a:lvl1pPr>
              <a:defRPr sz="1950" b="0">
                <a:solidFill>
                  <a:srgbClr val="FFFFFF"/>
                </a:solidFill>
                <a:latin typeface="DejaVu Sans"/>
                <a:ea typeface="DejaVu Sans"/>
                <a:cs typeface="DejaVu Sans"/>
              </a:defRPr>
            </a:lvl1pPr>
            <a:lvl2pPr>
              <a:defRPr sz="1950" b="0">
                <a:solidFill>
                  <a:srgbClr val="FFFFFF"/>
                </a:solidFill>
                <a:latin typeface="DejaVu Sans"/>
                <a:ea typeface="DejaVu Sans"/>
                <a:cs typeface="DejaVu Sans"/>
              </a:defRPr>
            </a:lvl2pPr>
            <a:lvl3pPr>
              <a:defRPr sz="1950" b="0">
                <a:solidFill>
                  <a:srgbClr val="FFFFFF"/>
                </a:solidFill>
                <a:latin typeface="DejaVu Sans"/>
                <a:ea typeface="DejaVu Sans"/>
                <a:cs typeface="DejaVu Sans"/>
              </a:defRPr>
            </a:lvl3pPr>
            <a:lvl4pPr>
              <a:defRPr sz="1950" b="0">
                <a:solidFill>
                  <a:srgbClr val="FFFFFF"/>
                </a:solidFill>
                <a:latin typeface="DejaVu Sans"/>
                <a:ea typeface="DejaVu Sans"/>
                <a:cs typeface="DejaVu Sans"/>
              </a:defRPr>
            </a:lvl4pPr>
            <a:lvl5pPr>
              <a:defRPr sz="1950" b="0">
                <a:solidFill>
                  <a:srgbClr val="FFFFFF"/>
                </a:solidFill>
                <a:latin typeface="DejaVu Sans"/>
                <a:ea typeface="DejaVu Sans"/>
                <a:cs typeface="DejaVu Sans"/>
              </a:defRPr>
            </a:lvl5pPr>
            <a:lvl6pPr>
              <a:defRPr sz="1950" b="0">
                <a:solidFill>
                  <a:srgbClr val="FFFFFF"/>
                </a:solidFill>
                <a:latin typeface="DejaVu Sans"/>
                <a:ea typeface="DejaVu Sans"/>
                <a:cs typeface="DejaVu Sans"/>
              </a:defRPr>
            </a:lvl6pPr>
            <a:lvl7pPr>
              <a:defRPr sz="1950" b="0">
                <a:solidFill>
                  <a:srgbClr val="FFFFFF"/>
                </a:solidFill>
                <a:latin typeface="DejaVu Sans"/>
                <a:ea typeface="DejaVu Sans"/>
                <a:cs typeface="DejaVu Sans"/>
              </a:defRPr>
            </a:lvl7pPr>
            <a:lvl8pPr>
              <a:defRPr sz="1950" b="0">
                <a:solidFill>
                  <a:srgbClr val="FFFFFF"/>
                </a:solidFill>
                <a:latin typeface="DejaVu Sans"/>
                <a:ea typeface="DejaVu Sans"/>
                <a:cs typeface="DejaVu Sans"/>
              </a:defRPr>
            </a:lvl8pPr>
            <a:lvl9pPr>
              <a:defRPr sz="1950" b="0">
                <a:solidFill>
                  <a:srgbClr val="FFFFFF"/>
                </a:solidFill>
                <a:latin typeface="DejaVu Sans"/>
                <a:ea typeface="DejaVu Sans"/>
                <a:cs typeface="DejaVu Sans"/>
              </a:defRPr>
            </a:lvl9pPr>
          </a:lstStyle>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Konsep dasar, antarmuka,</a:t>
            </a:r>
          </a:p>
          <a:p xmlns:a="http://schemas.openxmlformats.org/drawingml/2006/main">
            <a:pPr>
              <a:defRPr sz="1950" b="0">
                <a:solidFill>
                  <a:srgbClr val="FFFFFF"/>
                </a:solidFill>
                <a:latin typeface="DejaVu Sans"/>
                <a:ea typeface="DejaVu Sans"/>
                <a:cs typeface="DejaVu Sans"/>
              </a:defRPr>
            </a:pPr>
            <a:r>
              <a:rPr sz="1950" b="0">
                <a:solidFill>
                  <a:srgbClr val="FFFFFF"/>
                </a:solidFill>
                <a:latin typeface="DejaVu Sans"/>
                <a:ea typeface="DejaVu Sans"/>
                <a:cs typeface="DejaVu Sans"/>
              </a:rPr>
              <a:t>penyimpanan data, dan Firebase</a:t>
            </a:r>
          </a:p>
        </p:txBody>
      </p:sp>
      <p:sp>
        <p:nvSpPr>
          <p:cNvPr id="6" name="text-4">
            <a:extLst xmlns:a="http://schemas.openxmlformats.org/drawingml/2006/main">
              <a:ext uri="{FF2B5EF4-FFF2-40B4-BE49-F238E27FC236}">
                <a16:creationId xmlns:a16="http://schemas.microsoft.com/office/drawing/2014/main" id="{C56AA9D8-6F6C-4D5D-A8DE-61647CFCA8B4}"/>
              </a:ext>
            </a:extLst>
          </p:cNvPr>
          <p:cNvSpPr>
            <a:spLocks xmlns:a="http://schemas.openxmlformats.org/drawingml/2006/main" noGrp="1"/>
          </p:cNvSpPr>
          <p:nvPr/>
        </p:nvSpPr>
        <p:spPr>
          <a:xfrm xmlns:a="http://schemas.openxmlformats.org/drawingml/2006/main">
            <a:off x="609600" y="5857875"/>
            <a:ext cx="581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BDCDD3"/>
                </a:solidFill>
                <a:latin typeface="DejaVu Sans"/>
                <a:ea typeface="DejaVu Sans"/>
                <a:cs typeface="DejaVu Sans"/>
              </a:defRPr>
            </a:defPPr>
            <a:lvl1pPr>
              <a:defRPr sz="1350" b="0">
                <a:solidFill>
                  <a:srgbClr val="BDCDD3"/>
                </a:solidFill>
                <a:latin typeface="DejaVu Sans"/>
                <a:ea typeface="DejaVu Sans"/>
                <a:cs typeface="DejaVu Sans"/>
              </a:defRPr>
            </a:lvl1pPr>
            <a:lvl2pPr>
              <a:defRPr sz="1350" b="0">
                <a:solidFill>
                  <a:srgbClr val="BDCDD3"/>
                </a:solidFill>
                <a:latin typeface="DejaVu Sans"/>
                <a:ea typeface="DejaVu Sans"/>
                <a:cs typeface="DejaVu Sans"/>
              </a:defRPr>
            </a:lvl2pPr>
            <a:lvl3pPr>
              <a:defRPr sz="1350" b="0">
                <a:solidFill>
                  <a:srgbClr val="BDCDD3"/>
                </a:solidFill>
                <a:latin typeface="DejaVu Sans"/>
                <a:ea typeface="DejaVu Sans"/>
                <a:cs typeface="DejaVu Sans"/>
              </a:defRPr>
            </a:lvl3pPr>
            <a:lvl4pPr>
              <a:defRPr sz="1350" b="0">
                <a:solidFill>
                  <a:srgbClr val="BDCDD3"/>
                </a:solidFill>
                <a:latin typeface="DejaVu Sans"/>
                <a:ea typeface="DejaVu Sans"/>
                <a:cs typeface="DejaVu Sans"/>
              </a:defRPr>
            </a:lvl4pPr>
            <a:lvl5pPr>
              <a:defRPr sz="1350" b="0">
                <a:solidFill>
                  <a:srgbClr val="BDCDD3"/>
                </a:solidFill>
                <a:latin typeface="DejaVu Sans"/>
                <a:ea typeface="DejaVu Sans"/>
                <a:cs typeface="DejaVu Sans"/>
              </a:defRPr>
            </a:lvl5pPr>
            <a:lvl6pPr>
              <a:defRPr sz="1350" b="0">
                <a:solidFill>
                  <a:srgbClr val="BDCDD3"/>
                </a:solidFill>
                <a:latin typeface="DejaVu Sans"/>
                <a:ea typeface="DejaVu Sans"/>
                <a:cs typeface="DejaVu Sans"/>
              </a:defRPr>
            </a:lvl6pPr>
            <a:lvl7pPr>
              <a:defRPr sz="1350" b="0">
                <a:solidFill>
                  <a:srgbClr val="BDCDD3"/>
                </a:solidFill>
                <a:latin typeface="DejaVu Sans"/>
                <a:ea typeface="DejaVu Sans"/>
                <a:cs typeface="DejaVu Sans"/>
              </a:defRPr>
            </a:lvl7pPr>
            <a:lvl8pPr>
              <a:defRPr sz="1350" b="0">
                <a:solidFill>
                  <a:srgbClr val="BDCDD3"/>
                </a:solidFill>
                <a:latin typeface="DejaVu Sans"/>
                <a:ea typeface="DejaVu Sans"/>
                <a:cs typeface="DejaVu Sans"/>
              </a:defRPr>
            </a:lvl8pPr>
            <a:lvl9pPr>
              <a:defRPr sz="1350" b="0">
                <a:solidFill>
                  <a:srgbClr val="BDCDD3"/>
                </a:solidFill>
                <a:latin typeface="DejaVu Sans"/>
                <a:ea typeface="DejaVu Sans"/>
                <a:cs typeface="DejaVu Sans"/>
              </a:defRPr>
            </a:lvl9pPr>
          </a:lstStyle>
          <a:p xmlns:a="http://schemas.openxmlformats.org/drawingml/2006/main">
            <a:pPr>
              <a:defRPr sz="1350" b="0">
                <a:solidFill>
                  <a:srgbClr val="BDCDD3"/>
                </a:solidFill>
                <a:latin typeface="DejaVu Sans"/>
                <a:ea typeface="DejaVu Sans"/>
                <a:cs typeface="DejaVu Sans"/>
              </a:defRPr>
            </a:pPr>
            <a:r>
              <a:rPr sz="1350" b="0">
                <a:solidFill>
                  <a:srgbClr val="BDCDD3"/>
                </a:solidFill>
                <a:latin typeface="DejaVu Sans"/>
                <a:ea typeface="DejaVu Sans"/>
                <a:cs typeface="DejaVu Sans"/>
              </a:rPr>
              <a:t>Berdasarkan modul Erma Susanti</a:t>
            </a:r>
          </a:p>
          <a:p xmlns:a="http://schemas.openxmlformats.org/drawingml/2006/main">
            <a:pPr>
              <a:defRPr sz="1350" b="0">
                <a:solidFill>
                  <a:srgbClr val="BDCDD3"/>
                </a:solidFill>
                <a:latin typeface="DejaVu Sans"/>
                <a:ea typeface="DejaVu Sans"/>
                <a:cs typeface="DejaVu Sans"/>
              </a:defRPr>
            </a:pPr>
            <a:r>
              <a:rPr sz="1350" b="0">
                <a:solidFill>
                  <a:srgbClr val="BDCDD3"/>
                </a:solidFill>
                <a:latin typeface="DejaVu Sans"/>
                <a:ea typeface="DejaVu Sans"/>
                <a:cs typeface="DejaVu Sans"/>
              </a:rPr>
              <a:t>Desember 2020</a:t>
            </a:r>
          </a:p>
        </p:txBody>
      </p:sp>
    </p:spTree>
    <p:extLst>
      <p:ext uri="{BB962C8B-B14F-4D97-AF65-F5344CB8AC3E}">
        <p14:creationId xmlns:p14="http://schemas.microsoft.com/office/powerpoint/2010/main" val="1898857489"/>
      </p:ext>
    </p:extLst>
  </p:cSld>
</p:sld>
</file>

<file path=ppt/slides/slide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4" name="text-0">
            <a:extLst xmlns:a="http://schemas.openxmlformats.org/drawingml/2006/main">
              <a:ext uri="{FF2B5EF4-FFF2-40B4-BE49-F238E27FC236}">
                <a16:creationId xmlns:a16="http://schemas.microsoft.com/office/drawing/2014/main" id="{7D322363-F076-4547-92B2-45072BC2EA40}"/>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PETA MATERI</a:t>
            </a:r>
          </a:p>
        </p:txBody>
      </p:sp>
      <p:sp>
        <p:nvSpPr>
          <p:cNvPr id="2" name="slide-title">
            <a:extLst xmlns:a="http://schemas.openxmlformats.org/drawingml/2006/main">
              <a:ext uri="{FF2B5EF4-FFF2-40B4-BE49-F238E27FC236}">
                <a16:creationId xmlns:a16="http://schemas.microsoft.com/office/drawing/2014/main" id="{E139C389-8504-404B-9A19-40D7CB0F067B}"/>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Enam bab, satu alur pengembangan</a:t>
            </a:r>
          </a:p>
        </p:txBody>
      </p:sp>
      <p:sp>
        <p:nvSpPr>
          <p:cNvPr id="3" name="text-2">
            <a:extLst xmlns:a="http://schemas.openxmlformats.org/drawingml/2006/main">
              <a:ext uri="{FF2B5EF4-FFF2-40B4-BE49-F238E27FC236}">
                <a16:creationId xmlns:a16="http://schemas.microsoft.com/office/drawing/2014/main" id="{21347229-F03F-4DDB-87BF-7A6CBD78E412}"/>
              </a:ext>
            </a:extLst>
          </p:cNvPr>
          <p:cNvSpPr>
            <a:spLocks xmlns:a="http://schemas.openxmlformats.org/drawingml/2006/main" noGrp="1"/>
          </p:cNvSpPr>
          <p:nvPr/>
        </p:nvSpPr>
        <p:spPr>
          <a:xfrm xmlns:a="http://schemas.openxmlformats.org/drawingml/2006/main">
            <a:off x="609600" y="14382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Fondasi aplikasi sampai penyimpanan dan sinkronisasi data</a:t>
            </a:r>
          </a:p>
        </p:txBody>
      </p:sp>
      <p:sp>
        <p:nvSpPr>
          <p:cNvPr id="4" name="text-3">
            <a:extLst xmlns:a="http://schemas.openxmlformats.org/drawingml/2006/main">
              <a:ext uri="{FF2B5EF4-FFF2-40B4-BE49-F238E27FC236}">
                <a16:creationId xmlns:a16="http://schemas.microsoft.com/office/drawing/2014/main" id="{2F329076-9EF0-49AF-AB23-19A6006CA9FB}"/>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Pemrograman Mobile Android dengan Java. Erma Susanti, 2020</a:t>
            </a:r>
          </a:p>
        </p:txBody>
      </p:sp>
      <p:sp>
        <p:nvSpPr>
          <p:cNvPr id="5" name="text-4">
            <a:extLst xmlns:a="http://schemas.openxmlformats.org/drawingml/2006/main">
              <a:ext uri="{FF2B5EF4-FFF2-40B4-BE49-F238E27FC236}">
                <a16:creationId xmlns:a16="http://schemas.microsoft.com/office/drawing/2014/main" id="{17170C8A-05D9-4883-AED6-E0E454258F03}"/>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02</a:t>
            </a:r>
          </a:p>
        </p:txBody>
      </p:sp>
      <p:sp>
        <p:nvSpPr>
          <p:cNvPr id="6" name="text-5">
            <a:extLst xmlns:a="http://schemas.openxmlformats.org/drawingml/2006/main">
              <a:ext uri="{FF2B5EF4-FFF2-40B4-BE49-F238E27FC236}">
                <a16:creationId xmlns:a16="http://schemas.microsoft.com/office/drawing/2014/main" id="{29A8FA6E-8439-477A-9311-AB6AFE061A64}"/>
              </a:ext>
            </a:extLst>
          </p:cNvPr>
          <p:cNvSpPr>
            <a:spLocks xmlns:a="http://schemas.openxmlformats.org/drawingml/2006/main" noGrp="1"/>
          </p:cNvSpPr>
          <p:nvPr/>
        </p:nvSpPr>
        <p:spPr>
          <a:xfrm xmlns:a="http://schemas.openxmlformats.org/drawingml/2006/main">
            <a:off x="609600" y="2047875"/>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01</a:t>
            </a:r>
          </a:p>
        </p:txBody>
      </p:sp>
      <p:sp>
        <p:nvSpPr>
          <p:cNvPr id="7" name="text-6">
            <a:extLst xmlns:a="http://schemas.openxmlformats.org/drawingml/2006/main">
              <a:ext uri="{FF2B5EF4-FFF2-40B4-BE49-F238E27FC236}">
                <a16:creationId xmlns:a16="http://schemas.microsoft.com/office/drawing/2014/main" id="{5D894633-60AD-4D9E-9688-299DD8B81B3F}"/>
              </a:ext>
            </a:extLst>
          </p:cNvPr>
          <p:cNvSpPr>
            <a:spLocks xmlns:a="http://schemas.openxmlformats.org/drawingml/2006/main" noGrp="1"/>
          </p:cNvSpPr>
          <p:nvPr/>
        </p:nvSpPr>
        <p:spPr>
          <a:xfrm xmlns:a="http://schemas.openxmlformats.org/drawingml/2006/main">
            <a:off x="1514475" y="2047875"/>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Pengenalan Android</a:t>
            </a:r>
          </a:p>
        </p:txBody>
      </p:sp>
      <p:sp>
        <p:nvSpPr>
          <p:cNvPr id="8" name="text-7">
            <a:extLst xmlns:a="http://schemas.openxmlformats.org/drawingml/2006/main">
              <a:ext uri="{FF2B5EF4-FFF2-40B4-BE49-F238E27FC236}">
                <a16:creationId xmlns:a16="http://schemas.microsoft.com/office/drawing/2014/main" id="{3816C0ED-A0CE-4B2E-8F7F-1DEEF30655A0}"/>
              </a:ext>
            </a:extLst>
          </p:cNvPr>
          <p:cNvSpPr>
            <a:spLocks xmlns:a="http://schemas.openxmlformats.org/drawingml/2006/main" noGrp="1"/>
          </p:cNvSpPr>
          <p:nvPr/>
        </p:nvSpPr>
        <p:spPr>
          <a:xfrm xmlns:a="http://schemas.openxmlformats.org/drawingml/2006/main">
            <a:off x="5238750" y="2066925"/>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972"/>
                </a:solidFill>
                <a:latin typeface="DejaVu Sans"/>
                <a:ea typeface="DejaVu Sans"/>
                <a:cs typeface="DejaVu Sans"/>
              </a:defRPr>
            </a:defPPr>
            <a:lvl1pPr>
              <a:defRPr sz="1800" b="0">
                <a:solidFill>
                  <a:srgbClr val="526972"/>
                </a:solidFill>
                <a:latin typeface="DejaVu Sans"/>
                <a:ea typeface="DejaVu Sans"/>
                <a:cs typeface="DejaVu Sans"/>
              </a:defRPr>
            </a:lvl1pPr>
            <a:lvl2pPr>
              <a:defRPr sz="1800" b="0">
                <a:solidFill>
                  <a:srgbClr val="526972"/>
                </a:solidFill>
                <a:latin typeface="DejaVu Sans"/>
                <a:ea typeface="DejaVu Sans"/>
                <a:cs typeface="DejaVu Sans"/>
              </a:defRPr>
            </a:lvl2pPr>
            <a:lvl3pPr>
              <a:defRPr sz="1800" b="0">
                <a:solidFill>
                  <a:srgbClr val="526972"/>
                </a:solidFill>
                <a:latin typeface="DejaVu Sans"/>
                <a:ea typeface="DejaVu Sans"/>
                <a:cs typeface="DejaVu Sans"/>
              </a:defRPr>
            </a:lvl3pPr>
            <a:lvl4pPr>
              <a:defRPr sz="1800" b="0">
                <a:solidFill>
                  <a:srgbClr val="526972"/>
                </a:solidFill>
                <a:latin typeface="DejaVu Sans"/>
                <a:ea typeface="DejaVu Sans"/>
                <a:cs typeface="DejaVu Sans"/>
              </a:defRPr>
            </a:lvl4pPr>
            <a:lvl5pPr>
              <a:defRPr sz="1800" b="0">
                <a:solidFill>
                  <a:srgbClr val="526972"/>
                </a:solidFill>
                <a:latin typeface="DejaVu Sans"/>
                <a:ea typeface="DejaVu Sans"/>
                <a:cs typeface="DejaVu Sans"/>
              </a:defRPr>
            </a:lvl5pPr>
            <a:lvl6pPr>
              <a:defRPr sz="1800" b="0">
                <a:solidFill>
                  <a:srgbClr val="526972"/>
                </a:solidFill>
                <a:latin typeface="DejaVu Sans"/>
                <a:ea typeface="DejaVu Sans"/>
                <a:cs typeface="DejaVu Sans"/>
              </a:defRPr>
            </a:lvl6pPr>
            <a:lvl7pPr>
              <a:defRPr sz="1800" b="0">
                <a:solidFill>
                  <a:srgbClr val="526972"/>
                </a:solidFill>
                <a:latin typeface="DejaVu Sans"/>
                <a:ea typeface="DejaVu Sans"/>
                <a:cs typeface="DejaVu Sans"/>
              </a:defRPr>
            </a:lvl7pPr>
            <a:lvl8pPr>
              <a:defRPr sz="1800" b="0">
                <a:solidFill>
                  <a:srgbClr val="526972"/>
                </a:solidFill>
                <a:latin typeface="DejaVu Sans"/>
                <a:ea typeface="DejaVu Sans"/>
                <a:cs typeface="DejaVu Sans"/>
              </a:defRPr>
            </a:lvl8pPr>
            <a:lvl9pPr>
              <a:defRPr sz="1800" b="0">
                <a:solidFill>
                  <a:srgbClr val="526972"/>
                </a:solidFill>
                <a:latin typeface="DejaVu Sans"/>
                <a:ea typeface="DejaVu Sans"/>
                <a:cs typeface="DejaVu Sans"/>
              </a:defRPr>
            </a:lvl9pPr>
          </a:lstStyle>
          <a:p xmlns:a="http://schemas.openxmlformats.org/drawingml/2006/main">
            <a:pPr>
              <a:defRPr sz="1800" b="0">
                <a:solidFill>
                  <a:srgbClr val="526972"/>
                </a:solidFill>
                <a:latin typeface="DejaVu Sans"/>
                <a:ea typeface="DejaVu Sans"/>
                <a:cs typeface="DejaVu Sans"/>
              </a:defRPr>
            </a:pPr>
            <a:r>
              <a:rPr sz="1800" b="0">
                <a:solidFill>
                  <a:srgbClr val="526972"/>
                </a:solidFill>
                <a:latin typeface="DejaVu Sans"/>
                <a:ea typeface="DejaVu Sans"/>
                <a:cs typeface="DejaVu Sans"/>
              </a:rPr>
              <a:t>Platform, alat, dan proyek pertama</a:t>
            </a:r>
          </a:p>
        </p:txBody>
      </p:sp>
      <p:sp>
        <p:nvSpPr>
          <p:cNvPr id="9" name="text-8">
            <a:extLst xmlns:a="http://schemas.openxmlformats.org/drawingml/2006/main">
              <a:ext uri="{FF2B5EF4-FFF2-40B4-BE49-F238E27FC236}">
                <a16:creationId xmlns:a16="http://schemas.microsoft.com/office/drawing/2014/main" id="{B181028B-613A-452B-BC90-586239627D13}"/>
              </a:ext>
            </a:extLst>
          </p:cNvPr>
          <p:cNvSpPr>
            <a:spLocks xmlns:a="http://schemas.openxmlformats.org/drawingml/2006/main" noGrp="1"/>
          </p:cNvSpPr>
          <p:nvPr/>
        </p:nvSpPr>
        <p:spPr>
          <a:xfrm xmlns:a="http://schemas.openxmlformats.org/drawingml/2006/main">
            <a:off x="609600" y="2705100"/>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02</a:t>
            </a:r>
          </a:p>
        </p:txBody>
      </p:sp>
      <p:sp>
        <p:nvSpPr>
          <p:cNvPr id="10" name="text-9">
            <a:extLst xmlns:a="http://schemas.openxmlformats.org/drawingml/2006/main">
              <a:ext uri="{FF2B5EF4-FFF2-40B4-BE49-F238E27FC236}">
                <a16:creationId xmlns:a16="http://schemas.microsoft.com/office/drawing/2014/main" id="{41E61FF3-D14C-4F5A-9A6B-7859525AA191}"/>
              </a:ext>
            </a:extLst>
          </p:cNvPr>
          <p:cNvSpPr>
            <a:spLocks xmlns:a="http://schemas.openxmlformats.org/drawingml/2006/main" noGrp="1"/>
          </p:cNvSpPr>
          <p:nvPr/>
        </p:nvSpPr>
        <p:spPr>
          <a:xfrm xmlns:a="http://schemas.openxmlformats.org/drawingml/2006/main">
            <a:off x="1514475" y="2705100"/>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Komponen dasar</a:t>
            </a:r>
          </a:p>
        </p:txBody>
      </p:sp>
      <p:sp>
        <p:nvSpPr>
          <p:cNvPr id="11" name="text-10">
            <a:extLst xmlns:a="http://schemas.openxmlformats.org/drawingml/2006/main">
              <a:ext uri="{FF2B5EF4-FFF2-40B4-BE49-F238E27FC236}">
                <a16:creationId xmlns:a16="http://schemas.microsoft.com/office/drawing/2014/main" id="{14B34923-CFF2-4707-8D61-7A8CF2604E1E}"/>
              </a:ext>
            </a:extLst>
          </p:cNvPr>
          <p:cNvSpPr>
            <a:spLocks xmlns:a="http://schemas.openxmlformats.org/drawingml/2006/main" noGrp="1"/>
          </p:cNvSpPr>
          <p:nvPr/>
        </p:nvSpPr>
        <p:spPr>
          <a:xfrm xmlns:a="http://schemas.openxmlformats.org/drawingml/2006/main">
            <a:off x="5238750" y="2724150"/>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972"/>
                </a:solidFill>
                <a:latin typeface="DejaVu Sans"/>
                <a:ea typeface="DejaVu Sans"/>
                <a:cs typeface="DejaVu Sans"/>
              </a:defRPr>
            </a:defPPr>
            <a:lvl1pPr>
              <a:defRPr sz="1800" b="0">
                <a:solidFill>
                  <a:srgbClr val="526972"/>
                </a:solidFill>
                <a:latin typeface="DejaVu Sans"/>
                <a:ea typeface="DejaVu Sans"/>
                <a:cs typeface="DejaVu Sans"/>
              </a:defRPr>
            </a:lvl1pPr>
            <a:lvl2pPr>
              <a:defRPr sz="1800" b="0">
                <a:solidFill>
                  <a:srgbClr val="526972"/>
                </a:solidFill>
                <a:latin typeface="DejaVu Sans"/>
                <a:ea typeface="DejaVu Sans"/>
                <a:cs typeface="DejaVu Sans"/>
              </a:defRPr>
            </a:lvl2pPr>
            <a:lvl3pPr>
              <a:defRPr sz="1800" b="0">
                <a:solidFill>
                  <a:srgbClr val="526972"/>
                </a:solidFill>
                <a:latin typeface="DejaVu Sans"/>
                <a:ea typeface="DejaVu Sans"/>
                <a:cs typeface="DejaVu Sans"/>
              </a:defRPr>
            </a:lvl3pPr>
            <a:lvl4pPr>
              <a:defRPr sz="1800" b="0">
                <a:solidFill>
                  <a:srgbClr val="526972"/>
                </a:solidFill>
                <a:latin typeface="DejaVu Sans"/>
                <a:ea typeface="DejaVu Sans"/>
                <a:cs typeface="DejaVu Sans"/>
              </a:defRPr>
            </a:lvl4pPr>
            <a:lvl5pPr>
              <a:defRPr sz="1800" b="0">
                <a:solidFill>
                  <a:srgbClr val="526972"/>
                </a:solidFill>
                <a:latin typeface="DejaVu Sans"/>
                <a:ea typeface="DejaVu Sans"/>
                <a:cs typeface="DejaVu Sans"/>
              </a:defRPr>
            </a:lvl5pPr>
            <a:lvl6pPr>
              <a:defRPr sz="1800" b="0">
                <a:solidFill>
                  <a:srgbClr val="526972"/>
                </a:solidFill>
                <a:latin typeface="DejaVu Sans"/>
                <a:ea typeface="DejaVu Sans"/>
                <a:cs typeface="DejaVu Sans"/>
              </a:defRPr>
            </a:lvl6pPr>
            <a:lvl7pPr>
              <a:defRPr sz="1800" b="0">
                <a:solidFill>
                  <a:srgbClr val="526972"/>
                </a:solidFill>
                <a:latin typeface="DejaVu Sans"/>
                <a:ea typeface="DejaVu Sans"/>
                <a:cs typeface="DejaVu Sans"/>
              </a:defRPr>
            </a:lvl7pPr>
            <a:lvl8pPr>
              <a:defRPr sz="1800" b="0">
                <a:solidFill>
                  <a:srgbClr val="526972"/>
                </a:solidFill>
                <a:latin typeface="DejaVu Sans"/>
                <a:ea typeface="DejaVu Sans"/>
                <a:cs typeface="DejaVu Sans"/>
              </a:defRPr>
            </a:lvl8pPr>
            <a:lvl9pPr>
              <a:defRPr sz="1800" b="0">
                <a:solidFill>
                  <a:srgbClr val="526972"/>
                </a:solidFill>
                <a:latin typeface="DejaVu Sans"/>
                <a:ea typeface="DejaVu Sans"/>
                <a:cs typeface="DejaVu Sans"/>
              </a:defRPr>
            </a:lvl9pPr>
          </a:lstStyle>
          <a:p xmlns:a="http://schemas.openxmlformats.org/drawingml/2006/main">
            <a:pPr>
              <a:defRPr sz="1800" b="0">
                <a:solidFill>
                  <a:srgbClr val="526972"/>
                </a:solidFill>
                <a:latin typeface="DejaVu Sans"/>
                <a:ea typeface="DejaVu Sans"/>
                <a:cs typeface="DejaVu Sans"/>
              </a:defRPr>
            </a:pPr>
            <a:r>
              <a:rPr sz="1800" b="0">
                <a:solidFill>
                  <a:srgbClr val="526972"/>
                </a:solidFill>
                <a:latin typeface="DejaVu Sans"/>
                <a:ea typeface="DejaVu Sans"/>
                <a:cs typeface="DejaVu Sans"/>
              </a:rPr>
              <a:t>Activity, Intent, Fragment, dan pertukaran data</a:t>
            </a:r>
          </a:p>
        </p:txBody>
      </p:sp>
      <p:sp>
        <p:nvSpPr>
          <p:cNvPr id="12" name="text-11">
            <a:extLst xmlns:a="http://schemas.openxmlformats.org/drawingml/2006/main">
              <a:ext uri="{FF2B5EF4-FFF2-40B4-BE49-F238E27FC236}">
                <a16:creationId xmlns:a16="http://schemas.microsoft.com/office/drawing/2014/main" id="{55D76F29-B7E7-471D-A8E9-C324B64DB0BF}"/>
              </a:ext>
            </a:extLst>
          </p:cNvPr>
          <p:cNvSpPr>
            <a:spLocks xmlns:a="http://schemas.openxmlformats.org/drawingml/2006/main" noGrp="1"/>
          </p:cNvSpPr>
          <p:nvPr/>
        </p:nvSpPr>
        <p:spPr>
          <a:xfrm xmlns:a="http://schemas.openxmlformats.org/drawingml/2006/main">
            <a:off x="609600" y="3362325"/>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03</a:t>
            </a:r>
          </a:p>
        </p:txBody>
      </p:sp>
      <p:sp>
        <p:nvSpPr>
          <p:cNvPr id="13" name="text-12">
            <a:extLst xmlns:a="http://schemas.openxmlformats.org/drawingml/2006/main">
              <a:ext uri="{FF2B5EF4-FFF2-40B4-BE49-F238E27FC236}">
                <a16:creationId xmlns:a16="http://schemas.microsoft.com/office/drawing/2014/main" id="{C60CB3A8-431A-4FC1-8536-B26856FC9684}"/>
              </a:ext>
            </a:extLst>
          </p:cNvPr>
          <p:cNvSpPr>
            <a:spLocks xmlns:a="http://schemas.openxmlformats.org/drawingml/2006/main" noGrp="1"/>
          </p:cNvSpPr>
          <p:nvPr/>
        </p:nvSpPr>
        <p:spPr>
          <a:xfrm xmlns:a="http://schemas.openxmlformats.org/drawingml/2006/main">
            <a:off x="1514475" y="3362325"/>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UI dan UX</a:t>
            </a:r>
          </a:p>
        </p:txBody>
      </p:sp>
      <p:sp>
        <p:nvSpPr>
          <p:cNvPr id="14" name="text-13">
            <a:extLst xmlns:a="http://schemas.openxmlformats.org/drawingml/2006/main">
              <a:ext uri="{FF2B5EF4-FFF2-40B4-BE49-F238E27FC236}">
                <a16:creationId xmlns:a16="http://schemas.microsoft.com/office/drawing/2014/main" id="{4BAE89A8-57C9-4972-830D-FAE7E6E8FA75}"/>
              </a:ext>
            </a:extLst>
          </p:cNvPr>
          <p:cNvSpPr>
            <a:spLocks xmlns:a="http://schemas.openxmlformats.org/drawingml/2006/main" noGrp="1"/>
          </p:cNvSpPr>
          <p:nvPr/>
        </p:nvSpPr>
        <p:spPr>
          <a:xfrm xmlns:a="http://schemas.openxmlformats.org/drawingml/2006/main">
            <a:off x="5238750" y="3381375"/>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972"/>
                </a:solidFill>
                <a:latin typeface="DejaVu Sans"/>
                <a:ea typeface="DejaVu Sans"/>
                <a:cs typeface="DejaVu Sans"/>
              </a:defRPr>
            </a:defPPr>
            <a:lvl1pPr>
              <a:defRPr sz="1800" b="0">
                <a:solidFill>
                  <a:srgbClr val="526972"/>
                </a:solidFill>
                <a:latin typeface="DejaVu Sans"/>
                <a:ea typeface="DejaVu Sans"/>
                <a:cs typeface="DejaVu Sans"/>
              </a:defRPr>
            </a:lvl1pPr>
            <a:lvl2pPr>
              <a:defRPr sz="1800" b="0">
                <a:solidFill>
                  <a:srgbClr val="526972"/>
                </a:solidFill>
                <a:latin typeface="DejaVu Sans"/>
                <a:ea typeface="DejaVu Sans"/>
                <a:cs typeface="DejaVu Sans"/>
              </a:defRPr>
            </a:lvl2pPr>
            <a:lvl3pPr>
              <a:defRPr sz="1800" b="0">
                <a:solidFill>
                  <a:srgbClr val="526972"/>
                </a:solidFill>
                <a:latin typeface="DejaVu Sans"/>
                <a:ea typeface="DejaVu Sans"/>
                <a:cs typeface="DejaVu Sans"/>
              </a:defRPr>
            </a:lvl3pPr>
            <a:lvl4pPr>
              <a:defRPr sz="1800" b="0">
                <a:solidFill>
                  <a:srgbClr val="526972"/>
                </a:solidFill>
                <a:latin typeface="DejaVu Sans"/>
                <a:ea typeface="DejaVu Sans"/>
                <a:cs typeface="DejaVu Sans"/>
              </a:defRPr>
            </a:lvl4pPr>
            <a:lvl5pPr>
              <a:defRPr sz="1800" b="0">
                <a:solidFill>
                  <a:srgbClr val="526972"/>
                </a:solidFill>
                <a:latin typeface="DejaVu Sans"/>
                <a:ea typeface="DejaVu Sans"/>
                <a:cs typeface="DejaVu Sans"/>
              </a:defRPr>
            </a:lvl5pPr>
            <a:lvl6pPr>
              <a:defRPr sz="1800" b="0">
                <a:solidFill>
                  <a:srgbClr val="526972"/>
                </a:solidFill>
                <a:latin typeface="DejaVu Sans"/>
                <a:ea typeface="DejaVu Sans"/>
                <a:cs typeface="DejaVu Sans"/>
              </a:defRPr>
            </a:lvl6pPr>
            <a:lvl7pPr>
              <a:defRPr sz="1800" b="0">
                <a:solidFill>
                  <a:srgbClr val="526972"/>
                </a:solidFill>
                <a:latin typeface="DejaVu Sans"/>
                <a:ea typeface="DejaVu Sans"/>
                <a:cs typeface="DejaVu Sans"/>
              </a:defRPr>
            </a:lvl7pPr>
            <a:lvl8pPr>
              <a:defRPr sz="1800" b="0">
                <a:solidFill>
                  <a:srgbClr val="526972"/>
                </a:solidFill>
                <a:latin typeface="DejaVu Sans"/>
                <a:ea typeface="DejaVu Sans"/>
                <a:cs typeface="DejaVu Sans"/>
              </a:defRPr>
            </a:lvl8pPr>
            <a:lvl9pPr>
              <a:defRPr sz="1800" b="0">
                <a:solidFill>
                  <a:srgbClr val="526972"/>
                </a:solidFill>
                <a:latin typeface="DejaVu Sans"/>
                <a:ea typeface="DejaVu Sans"/>
                <a:cs typeface="DejaVu Sans"/>
              </a:defRPr>
            </a:lvl9pPr>
          </a:lstStyle>
          <a:p xmlns:a="http://schemas.openxmlformats.org/drawingml/2006/main">
            <a:pPr>
              <a:defRPr sz="1800" b="0">
                <a:solidFill>
                  <a:srgbClr val="526972"/>
                </a:solidFill>
                <a:latin typeface="DejaVu Sans"/>
                <a:ea typeface="DejaVu Sans"/>
                <a:cs typeface="DejaVu Sans"/>
              </a:defRPr>
            </a:pPr>
            <a:r>
              <a:rPr sz="1800" b="0">
                <a:solidFill>
                  <a:srgbClr val="526972"/>
                </a:solidFill>
                <a:latin typeface="DejaVu Sans"/>
                <a:ea typeface="DejaVu Sans"/>
                <a:cs typeface="DejaVu Sans"/>
              </a:rPr>
              <a:t>Layout, interaksi, navigasi, dan RecyclerView</a:t>
            </a:r>
          </a:p>
        </p:txBody>
      </p:sp>
      <p:sp>
        <p:nvSpPr>
          <p:cNvPr id="15" name="text-14">
            <a:extLst xmlns:a="http://schemas.openxmlformats.org/drawingml/2006/main">
              <a:ext uri="{FF2B5EF4-FFF2-40B4-BE49-F238E27FC236}">
                <a16:creationId xmlns:a16="http://schemas.microsoft.com/office/drawing/2014/main" id="{295E6C21-B1E9-4409-B372-4495751045AE}"/>
              </a:ext>
            </a:extLst>
          </p:cNvPr>
          <p:cNvSpPr>
            <a:spLocks xmlns:a="http://schemas.openxmlformats.org/drawingml/2006/main" noGrp="1"/>
          </p:cNvSpPr>
          <p:nvPr/>
        </p:nvSpPr>
        <p:spPr>
          <a:xfrm xmlns:a="http://schemas.openxmlformats.org/drawingml/2006/main">
            <a:off x="609600" y="4019550"/>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04</a:t>
            </a:r>
          </a:p>
        </p:txBody>
      </p:sp>
      <p:sp>
        <p:nvSpPr>
          <p:cNvPr id="16" name="text-15">
            <a:extLst xmlns:a="http://schemas.openxmlformats.org/drawingml/2006/main">
              <a:ext uri="{FF2B5EF4-FFF2-40B4-BE49-F238E27FC236}">
                <a16:creationId xmlns:a16="http://schemas.microsoft.com/office/drawing/2014/main" id="{5A422F29-5791-46D5-A7E4-798B88EC9A33}"/>
              </a:ext>
            </a:extLst>
          </p:cNvPr>
          <p:cNvSpPr>
            <a:spLocks xmlns:a="http://schemas.openxmlformats.org/drawingml/2006/main" noGrp="1"/>
          </p:cNvSpPr>
          <p:nvPr/>
        </p:nvSpPr>
        <p:spPr>
          <a:xfrm xmlns:a="http://schemas.openxmlformats.org/drawingml/2006/main">
            <a:off x="1514475" y="4019550"/>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Background task</a:t>
            </a:r>
          </a:p>
        </p:txBody>
      </p:sp>
      <p:sp>
        <p:nvSpPr>
          <p:cNvPr id="17" name="text-16">
            <a:extLst xmlns:a="http://schemas.openxmlformats.org/drawingml/2006/main">
              <a:ext uri="{FF2B5EF4-FFF2-40B4-BE49-F238E27FC236}">
                <a16:creationId xmlns:a16="http://schemas.microsoft.com/office/drawing/2014/main" id="{253DD49A-119C-41F6-8CA9-52488C0828E2}"/>
              </a:ext>
            </a:extLst>
          </p:cNvPr>
          <p:cNvSpPr>
            <a:spLocks xmlns:a="http://schemas.openxmlformats.org/drawingml/2006/main" noGrp="1"/>
          </p:cNvSpPr>
          <p:nvPr/>
        </p:nvSpPr>
        <p:spPr>
          <a:xfrm xmlns:a="http://schemas.openxmlformats.org/drawingml/2006/main">
            <a:off x="5238750" y="4038600"/>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972"/>
                </a:solidFill>
                <a:latin typeface="DejaVu Sans"/>
                <a:ea typeface="DejaVu Sans"/>
                <a:cs typeface="DejaVu Sans"/>
              </a:defRPr>
            </a:defPPr>
            <a:lvl1pPr>
              <a:defRPr sz="1800" b="0">
                <a:solidFill>
                  <a:srgbClr val="526972"/>
                </a:solidFill>
                <a:latin typeface="DejaVu Sans"/>
                <a:ea typeface="DejaVu Sans"/>
                <a:cs typeface="DejaVu Sans"/>
              </a:defRPr>
            </a:lvl1pPr>
            <a:lvl2pPr>
              <a:defRPr sz="1800" b="0">
                <a:solidFill>
                  <a:srgbClr val="526972"/>
                </a:solidFill>
                <a:latin typeface="DejaVu Sans"/>
                <a:ea typeface="DejaVu Sans"/>
                <a:cs typeface="DejaVu Sans"/>
              </a:defRPr>
            </a:lvl2pPr>
            <a:lvl3pPr>
              <a:defRPr sz="1800" b="0">
                <a:solidFill>
                  <a:srgbClr val="526972"/>
                </a:solidFill>
                <a:latin typeface="DejaVu Sans"/>
                <a:ea typeface="DejaVu Sans"/>
                <a:cs typeface="DejaVu Sans"/>
              </a:defRPr>
            </a:lvl3pPr>
            <a:lvl4pPr>
              <a:defRPr sz="1800" b="0">
                <a:solidFill>
                  <a:srgbClr val="526972"/>
                </a:solidFill>
                <a:latin typeface="DejaVu Sans"/>
                <a:ea typeface="DejaVu Sans"/>
                <a:cs typeface="DejaVu Sans"/>
              </a:defRPr>
            </a:lvl4pPr>
            <a:lvl5pPr>
              <a:defRPr sz="1800" b="0">
                <a:solidFill>
                  <a:srgbClr val="526972"/>
                </a:solidFill>
                <a:latin typeface="DejaVu Sans"/>
                <a:ea typeface="DejaVu Sans"/>
                <a:cs typeface="DejaVu Sans"/>
              </a:defRPr>
            </a:lvl5pPr>
            <a:lvl6pPr>
              <a:defRPr sz="1800" b="0">
                <a:solidFill>
                  <a:srgbClr val="526972"/>
                </a:solidFill>
                <a:latin typeface="DejaVu Sans"/>
                <a:ea typeface="DejaVu Sans"/>
                <a:cs typeface="DejaVu Sans"/>
              </a:defRPr>
            </a:lvl6pPr>
            <a:lvl7pPr>
              <a:defRPr sz="1800" b="0">
                <a:solidFill>
                  <a:srgbClr val="526972"/>
                </a:solidFill>
                <a:latin typeface="DejaVu Sans"/>
                <a:ea typeface="DejaVu Sans"/>
                <a:cs typeface="DejaVu Sans"/>
              </a:defRPr>
            </a:lvl7pPr>
            <a:lvl8pPr>
              <a:defRPr sz="1800" b="0">
                <a:solidFill>
                  <a:srgbClr val="526972"/>
                </a:solidFill>
                <a:latin typeface="DejaVu Sans"/>
                <a:ea typeface="DejaVu Sans"/>
                <a:cs typeface="DejaVu Sans"/>
              </a:defRPr>
            </a:lvl8pPr>
            <a:lvl9pPr>
              <a:defRPr sz="1800" b="0">
                <a:solidFill>
                  <a:srgbClr val="526972"/>
                </a:solidFill>
                <a:latin typeface="DejaVu Sans"/>
                <a:ea typeface="DejaVu Sans"/>
                <a:cs typeface="DejaVu Sans"/>
              </a:defRPr>
            </a:lvl9pPr>
          </a:lstStyle>
          <a:p xmlns:a="http://schemas.openxmlformats.org/drawingml/2006/main">
            <a:pPr>
              <a:defRPr sz="1800" b="0">
                <a:solidFill>
                  <a:srgbClr val="526972"/>
                </a:solidFill>
                <a:latin typeface="DejaVu Sans"/>
                <a:ea typeface="DejaVu Sans"/>
                <a:cs typeface="DejaVu Sans"/>
              </a:defRPr>
            </a:pPr>
            <a:r>
              <a:rPr sz="1800" b="0">
                <a:solidFill>
                  <a:srgbClr val="526972"/>
                </a:solidFill>
                <a:latin typeface="DejaVu Sans"/>
                <a:ea typeface="DejaVu Sans"/>
                <a:cs typeface="DejaVu Sans"/>
              </a:rPr>
              <a:t>AlarmManager, JobScheduler, dan notifikasi</a:t>
            </a:r>
          </a:p>
        </p:txBody>
      </p:sp>
      <p:sp>
        <p:nvSpPr>
          <p:cNvPr id="18" name="text-17">
            <a:extLst xmlns:a="http://schemas.openxmlformats.org/drawingml/2006/main">
              <a:ext uri="{FF2B5EF4-FFF2-40B4-BE49-F238E27FC236}">
                <a16:creationId xmlns:a16="http://schemas.microsoft.com/office/drawing/2014/main" id="{2A69A553-2105-44AB-82AF-37F0026BF824}"/>
              </a:ext>
            </a:extLst>
          </p:cNvPr>
          <p:cNvSpPr>
            <a:spLocks xmlns:a="http://schemas.openxmlformats.org/drawingml/2006/main" noGrp="1"/>
          </p:cNvSpPr>
          <p:nvPr/>
        </p:nvSpPr>
        <p:spPr>
          <a:xfrm xmlns:a="http://schemas.openxmlformats.org/drawingml/2006/main">
            <a:off x="609600" y="4676775"/>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05</a:t>
            </a:r>
          </a:p>
        </p:txBody>
      </p:sp>
      <p:sp>
        <p:nvSpPr>
          <p:cNvPr id="19" name="text-18">
            <a:extLst xmlns:a="http://schemas.openxmlformats.org/drawingml/2006/main">
              <a:ext uri="{FF2B5EF4-FFF2-40B4-BE49-F238E27FC236}">
                <a16:creationId xmlns:a16="http://schemas.microsoft.com/office/drawing/2014/main" id="{9161EF30-8CDE-4D48-B6F7-43067E0AEF47}"/>
              </a:ext>
            </a:extLst>
          </p:cNvPr>
          <p:cNvSpPr>
            <a:spLocks xmlns:a="http://schemas.openxmlformats.org/drawingml/2006/main" noGrp="1"/>
          </p:cNvSpPr>
          <p:nvPr/>
        </p:nvSpPr>
        <p:spPr>
          <a:xfrm xmlns:a="http://schemas.openxmlformats.org/drawingml/2006/main">
            <a:off x="1514475" y="4676775"/>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Penyimpanan lokal</a:t>
            </a:r>
          </a:p>
        </p:txBody>
      </p:sp>
      <p:sp>
        <p:nvSpPr>
          <p:cNvPr id="20" name="text-19">
            <a:extLst xmlns:a="http://schemas.openxmlformats.org/drawingml/2006/main">
              <a:ext uri="{FF2B5EF4-FFF2-40B4-BE49-F238E27FC236}">
                <a16:creationId xmlns:a16="http://schemas.microsoft.com/office/drawing/2014/main" id="{B62C62EA-C685-4649-A98C-623A7CA9C1F4}"/>
              </a:ext>
            </a:extLst>
          </p:cNvPr>
          <p:cNvSpPr>
            <a:spLocks xmlns:a="http://schemas.openxmlformats.org/drawingml/2006/main" noGrp="1"/>
          </p:cNvSpPr>
          <p:nvPr/>
        </p:nvSpPr>
        <p:spPr>
          <a:xfrm xmlns:a="http://schemas.openxmlformats.org/drawingml/2006/main">
            <a:off x="5238750" y="4695825"/>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972"/>
                </a:solidFill>
                <a:latin typeface="DejaVu Sans"/>
                <a:ea typeface="DejaVu Sans"/>
                <a:cs typeface="DejaVu Sans"/>
              </a:defRPr>
            </a:defPPr>
            <a:lvl1pPr>
              <a:defRPr sz="1800" b="0">
                <a:solidFill>
                  <a:srgbClr val="526972"/>
                </a:solidFill>
                <a:latin typeface="DejaVu Sans"/>
                <a:ea typeface="DejaVu Sans"/>
                <a:cs typeface="DejaVu Sans"/>
              </a:defRPr>
            </a:lvl1pPr>
            <a:lvl2pPr>
              <a:defRPr sz="1800" b="0">
                <a:solidFill>
                  <a:srgbClr val="526972"/>
                </a:solidFill>
                <a:latin typeface="DejaVu Sans"/>
                <a:ea typeface="DejaVu Sans"/>
                <a:cs typeface="DejaVu Sans"/>
              </a:defRPr>
            </a:lvl2pPr>
            <a:lvl3pPr>
              <a:defRPr sz="1800" b="0">
                <a:solidFill>
                  <a:srgbClr val="526972"/>
                </a:solidFill>
                <a:latin typeface="DejaVu Sans"/>
                <a:ea typeface="DejaVu Sans"/>
                <a:cs typeface="DejaVu Sans"/>
              </a:defRPr>
            </a:lvl3pPr>
            <a:lvl4pPr>
              <a:defRPr sz="1800" b="0">
                <a:solidFill>
                  <a:srgbClr val="526972"/>
                </a:solidFill>
                <a:latin typeface="DejaVu Sans"/>
                <a:ea typeface="DejaVu Sans"/>
                <a:cs typeface="DejaVu Sans"/>
              </a:defRPr>
            </a:lvl4pPr>
            <a:lvl5pPr>
              <a:defRPr sz="1800" b="0">
                <a:solidFill>
                  <a:srgbClr val="526972"/>
                </a:solidFill>
                <a:latin typeface="DejaVu Sans"/>
                <a:ea typeface="DejaVu Sans"/>
                <a:cs typeface="DejaVu Sans"/>
              </a:defRPr>
            </a:lvl5pPr>
            <a:lvl6pPr>
              <a:defRPr sz="1800" b="0">
                <a:solidFill>
                  <a:srgbClr val="526972"/>
                </a:solidFill>
                <a:latin typeface="DejaVu Sans"/>
                <a:ea typeface="DejaVu Sans"/>
                <a:cs typeface="DejaVu Sans"/>
              </a:defRPr>
            </a:lvl6pPr>
            <a:lvl7pPr>
              <a:defRPr sz="1800" b="0">
                <a:solidFill>
                  <a:srgbClr val="526972"/>
                </a:solidFill>
                <a:latin typeface="DejaVu Sans"/>
                <a:ea typeface="DejaVu Sans"/>
                <a:cs typeface="DejaVu Sans"/>
              </a:defRPr>
            </a:lvl7pPr>
            <a:lvl8pPr>
              <a:defRPr sz="1800" b="0">
                <a:solidFill>
                  <a:srgbClr val="526972"/>
                </a:solidFill>
                <a:latin typeface="DejaVu Sans"/>
                <a:ea typeface="DejaVu Sans"/>
                <a:cs typeface="DejaVu Sans"/>
              </a:defRPr>
            </a:lvl8pPr>
            <a:lvl9pPr>
              <a:defRPr sz="1800" b="0">
                <a:solidFill>
                  <a:srgbClr val="526972"/>
                </a:solidFill>
                <a:latin typeface="DejaVu Sans"/>
                <a:ea typeface="DejaVu Sans"/>
                <a:cs typeface="DejaVu Sans"/>
              </a:defRPr>
            </a:lvl9pPr>
          </a:lstStyle>
          <a:p xmlns:a="http://schemas.openxmlformats.org/drawingml/2006/main">
            <a:pPr>
              <a:defRPr sz="1800" b="0">
                <a:solidFill>
                  <a:srgbClr val="526972"/>
                </a:solidFill>
                <a:latin typeface="DejaVu Sans"/>
                <a:ea typeface="DejaVu Sans"/>
                <a:cs typeface="DejaVu Sans"/>
              </a:defRPr>
            </a:pPr>
            <a:r>
              <a:rPr sz="1800" b="0">
                <a:solidFill>
                  <a:srgbClr val="526972"/>
                </a:solidFill>
                <a:latin typeface="DejaVu Sans"/>
                <a:ea typeface="DejaVu Sans"/>
                <a:cs typeface="DejaVu Sans"/>
              </a:rPr>
              <a:t>SharedPreferences, file, dan SQLite</a:t>
            </a:r>
          </a:p>
        </p:txBody>
      </p:sp>
      <p:sp>
        <p:nvSpPr>
          <p:cNvPr id="21" name="text-20">
            <a:extLst xmlns:a="http://schemas.openxmlformats.org/drawingml/2006/main">
              <a:ext uri="{FF2B5EF4-FFF2-40B4-BE49-F238E27FC236}">
                <a16:creationId xmlns:a16="http://schemas.microsoft.com/office/drawing/2014/main" id="{9763471B-14C0-4F36-9D75-FAF23010E615}"/>
              </a:ext>
            </a:extLst>
          </p:cNvPr>
          <p:cNvSpPr>
            <a:spLocks xmlns:a="http://schemas.openxmlformats.org/drawingml/2006/main" noGrp="1"/>
          </p:cNvSpPr>
          <p:nvPr/>
        </p:nvSpPr>
        <p:spPr>
          <a:xfrm xmlns:a="http://schemas.openxmlformats.org/drawingml/2006/main">
            <a:off x="609600" y="5334000"/>
            <a:ext cx="714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06</a:t>
            </a:r>
          </a:p>
        </p:txBody>
      </p:sp>
      <p:sp>
        <p:nvSpPr>
          <p:cNvPr id="22" name="text-21">
            <a:extLst xmlns:a="http://schemas.openxmlformats.org/drawingml/2006/main">
              <a:ext uri="{FF2B5EF4-FFF2-40B4-BE49-F238E27FC236}">
                <a16:creationId xmlns:a16="http://schemas.microsoft.com/office/drawing/2014/main" id="{A4FD56F5-CE09-4BEB-8441-FA72B38EC341}"/>
              </a:ext>
            </a:extLst>
          </p:cNvPr>
          <p:cNvSpPr>
            <a:spLocks xmlns:a="http://schemas.openxmlformats.org/drawingml/2006/main" noGrp="1"/>
          </p:cNvSpPr>
          <p:nvPr/>
        </p:nvSpPr>
        <p:spPr>
          <a:xfrm xmlns:a="http://schemas.openxmlformats.org/drawingml/2006/main">
            <a:off x="1514475" y="5334000"/>
            <a:ext cx="3524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Firebase</a:t>
            </a:r>
          </a:p>
        </p:txBody>
      </p:sp>
      <p:sp>
        <p:nvSpPr>
          <p:cNvPr id="23" name="text-22">
            <a:extLst xmlns:a="http://schemas.openxmlformats.org/drawingml/2006/main">
              <a:ext uri="{FF2B5EF4-FFF2-40B4-BE49-F238E27FC236}">
                <a16:creationId xmlns:a16="http://schemas.microsoft.com/office/drawing/2014/main" id="{63468185-53C2-46FA-91A3-01DE1E78202D}"/>
              </a:ext>
            </a:extLst>
          </p:cNvPr>
          <p:cNvSpPr>
            <a:spLocks xmlns:a="http://schemas.openxmlformats.org/drawingml/2006/main" noGrp="1"/>
          </p:cNvSpPr>
          <p:nvPr/>
        </p:nvSpPr>
        <p:spPr>
          <a:xfrm xmlns:a="http://schemas.openxmlformats.org/drawingml/2006/main">
            <a:off x="5238750" y="5353050"/>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526972"/>
                </a:solidFill>
                <a:latin typeface="DejaVu Sans"/>
                <a:ea typeface="DejaVu Sans"/>
                <a:cs typeface="DejaVu Sans"/>
              </a:defRPr>
            </a:defPPr>
            <a:lvl1pPr>
              <a:defRPr sz="1800" b="0">
                <a:solidFill>
                  <a:srgbClr val="526972"/>
                </a:solidFill>
                <a:latin typeface="DejaVu Sans"/>
                <a:ea typeface="DejaVu Sans"/>
                <a:cs typeface="DejaVu Sans"/>
              </a:defRPr>
            </a:lvl1pPr>
            <a:lvl2pPr>
              <a:defRPr sz="1800" b="0">
                <a:solidFill>
                  <a:srgbClr val="526972"/>
                </a:solidFill>
                <a:latin typeface="DejaVu Sans"/>
                <a:ea typeface="DejaVu Sans"/>
                <a:cs typeface="DejaVu Sans"/>
              </a:defRPr>
            </a:lvl2pPr>
            <a:lvl3pPr>
              <a:defRPr sz="1800" b="0">
                <a:solidFill>
                  <a:srgbClr val="526972"/>
                </a:solidFill>
                <a:latin typeface="DejaVu Sans"/>
                <a:ea typeface="DejaVu Sans"/>
                <a:cs typeface="DejaVu Sans"/>
              </a:defRPr>
            </a:lvl3pPr>
            <a:lvl4pPr>
              <a:defRPr sz="1800" b="0">
                <a:solidFill>
                  <a:srgbClr val="526972"/>
                </a:solidFill>
                <a:latin typeface="DejaVu Sans"/>
                <a:ea typeface="DejaVu Sans"/>
                <a:cs typeface="DejaVu Sans"/>
              </a:defRPr>
            </a:lvl4pPr>
            <a:lvl5pPr>
              <a:defRPr sz="1800" b="0">
                <a:solidFill>
                  <a:srgbClr val="526972"/>
                </a:solidFill>
                <a:latin typeface="DejaVu Sans"/>
                <a:ea typeface="DejaVu Sans"/>
                <a:cs typeface="DejaVu Sans"/>
              </a:defRPr>
            </a:lvl5pPr>
            <a:lvl6pPr>
              <a:defRPr sz="1800" b="0">
                <a:solidFill>
                  <a:srgbClr val="526972"/>
                </a:solidFill>
                <a:latin typeface="DejaVu Sans"/>
                <a:ea typeface="DejaVu Sans"/>
                <a:cs typeface="DejaVu Sans"/>
              </a:defRPr>
            </a:lvl6pPr>
            <a:lvl7pPr>
              <a:defRPr sz="1800" b="0">
                <a:solidFill>
                  <a:srgbClr val="526972"/>
                </a:solidFill>
                <a:latin typeface="DejaVu Sans"/>
                <a:ea typeface="DejaVu Sans"/>
                <a:cs typeface="DejaVu Sans"/>
              </a:defRPr>
            </a:lvl7pPr>
            <a:lvl8pPr>
              <a:defRPr sz="1800" b="0">
                <a:solidFill>
                  <a:srgbClr val="526972"/>
                </a:solidFill>
                <a:latin typeface="DejaVu Sans"/>
                <a:ea typeface="DejaVu Sans"/>
                <a:cs typeface="DejaVu Sans"/>
              </a:defRPr>
            </a:lvl8pPr>
            <a:lvl9pPr>
              <a:defRPr sz="1800" b="0">
                <a:solidFill>
                  <a:srgbClr val="526972"/>
                </a:solidFill>
                <a:latin typeface="DejaVu Sans"/>
                <a:ea typeface="DejaVu Sans"/>
                <a:cs typeface="DejaVu Sans"/>
              </a:defRPr>
            </a:lvl9pPr>
          </a:lstStyle>
          <a:p xmlns:a="http://schemas.openxmlformats.org/drawingml/2006/main">
            <a:pPr>
              <a:defRPr sz="1800" b="0">
                <a:solidFill>
                  <a:srgbClr val="526972"/>
                </a:solidFill>
                <a:latin typeface="DejaVu Sans"/>
                <a:ea typeface="DejaVu Sans"/>
                <a:cs typeface="DejaVu Sans"/>
              </a:defRPr>
            </a:pPr>
            <a:r>
              <a:rPr sz="1800" b="0">
                <a:solidFill>
                  <a:srgbClr val="526972"/>
                </a:solidFill>
                <a:latin typeface="DejaVu Sans"/>
                <a:ea typeface="DejaVu Sans"/>
                <a:cs typeface="DejaVu Sans"/>
              </a:rPr>
              <a:t>Konfigurasi dan CRUD Realtime Database</a:t>
            </a:r>
          </a:p>
        </p:txBody>
      </p:sp>
    </p:spTree>
    <p:extLst>
      <p:ext uri="{BB962C8B-B14F-4D97-AF65-F5344CB8AC3E}">
        <p14:creationId xmlns:p14="http://schemas.microsoft.com/office/powerpoint/2010/main" val="803414332"/>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BD9B8B2B-76DF-447F-817A-441D494F4026}"/>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01 / PENGENALAN</a:t>
            </a:r>
          </a:p>
        </p:txBody>
      </p:sp>
      <p:sp>
        <p:nvSpPr>
          <p:cNvPr id="2" name="slide-title">
            <a:extLst xmlns:a="http://schemas.openxmlformats.org/drawingml/2006/main">
              <a:ext uri="{FF2B5EF4-FFF2-40B4-BE49-F238E27FC236}">
                <a16:creationId xmlns:a16="http://schemas.microsoft.com/office/drawing/2014/main" id="{53F71D81-3FCE-4235-A329-0B7E36518D30}"/>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Android sebagai platform aplikasi</a:t>
            </a:r>
          </a:p>
        </p:txBody>
      </p:sp>
      <p:sp>
        <p:nvSpPr>
          <p:cNvPr id="3" name="text-2">
            <a:extLst xmlns:a="http://schemas.openxmlformats.org/drawingml/2006/main">
              <a:ext uri="{FF2B5EF4-FFF2-40B4-BE49-F238E27FC236}">
                <a16:creationId xmlns:a16="http://schemas.microsoft.com/office/drawing/2014/main" id="{765CE9B7-27CB-4CE2-96A1-4F9DF455E4E4}"/>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1, hlm. PDF 5–9 dan 22–26</a:t>
            </a:r>
          </a:p>
        </p:txBody>
      </p:sp>
      <p:sp>
        <p:nvSpPr>
          <p:cNvPr id="4" name="text-3">
            <a:extLst xmlns:a="http://schemas.openxmlformats.org/drawingml/2006/main">
              <a:ext uri="{FF2B5EF4-FFF2-40B4-BE49-F238E27FC236}">
                <a16:creationId xmlns:a16="http://schemas.microsoft.com/office/drawing/2014/main" id="{EDA2F721-32CE-4101-B7E8-2C56FC5CB87C}"/>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03</a:t>
            </a:r>
          </a:p>
        </p:txBody>
      </p:sp>
      <p:sp>
        <p:nvSpPr>
          <p:cNvPr id="5" name="text-4">
            <a:extLst xmlns:a="http://schemas.openxmlformats.org/drawingml/2006/main">
              <a:ext uri="{FF2B5EF4-FFF2-40B4-BE49-F238E27FC236}">
                <a16:creationId xmlns:a16="http://schemas.microsoft.com/office/drawing/2014/main" id="{46D125BB-4D11-40C8-849F-FD8A693DF141}"/>
              </a:ext>
            </a:extLst>
          </p:cNvPr>
          <p:cNvSpPr>
            <a:spLocks xmlns:a="http://schemas.openxmlformats.org/drawingml/2006/main" noGrp="1"/>
          </p:cNvSpPr>
          <p:nvPr/>
        </p:nvSpPr>
        <p:spPr>
          <a:xfrm xmlns:a="http://schemas.openxmlformats.org/drawingml/2006/main">
            <a:off x="609600" y="2009775"/>
            <a:ext cx="61912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800" b="1">
                <a:solidFill>
                  <a:srgbClr val="7DE2BA"/>
                </a:solidFill>
                <a:latin typeface="DejaVu Sans"/>
                <a:ea typeface="DejaVu Sans"/>
                <a:cs typeface="DejaVu Sans"/>
              </a:defRPr>
            </a:defPPr>
            <a:lvl1pPr>
              <a:defRPr sz="4800" b="1">
                <a:solidFill>
                  <a:srgbClr val="7DE2BA"/>
                </a:solidFill>
                <a:latin typeface="DejaVu Sans"/>
                <a:ea typeface="DejaVu Sans"/>
                <a:cs typeface="DejaVu Sans"/>
              </a:defRPr>
            </a:lvl1pPr>
            <a:lvl2pPr>
              <a:defRPr sz="4800" b="1">
                <a:solidFill>
                  <a:srgbClr val="7DE2BA"/>
                </a:solidFill>
                <a:latin typeface="DejaVu Sans"/>
                <a:ea typeface="DejaVu Sans"/>
                <a:cs typeface="DejaVu Sans"/>
              </a:defRPr>
            </a:lvl2pPr>
            <a:lvl3pPr>
              <a:defRPr sz="4800" b="1">
                <a:solidFill>
                  <a:srgbClr val="7DE2BA"/>
                </a:solidFill>
                <a:latin typeface="DejaVu Sans"/>
                <a:ea typeface="DejaVu Sans"/>
                <a:cs typeface="DejaVu Sans"/>
              </a:defRPr>
            </a:lvl3pPr>
            <a:lvl4pPr>
              <a:defRPr sz="4800" b="1">
                <a:solidFill>
                  <a:srgbClr val="7DE2BA"/>
                </a:solidFill>
                <a:latin typeface="DejaVu Sans"/>
                <a:ea typeface="DejaVu Sans"/>
                <a:cs typeface="DejaVu Sans"/>
              </a:defRPr>
            </a:lvl4pPr>
            <a:lvl5pPr>
              <a:defRPr sz="4800" b="1">
                <a:solidFill>
                  <a:srgbClr val="7DE2BA"/>
                </a:solidFill>
                <a:latin typeface="DejaVu Sans"/>
                <a:ea typeface="DejaVu Sans"/>
                <a:cs typeface="DejaVu Sans"/>
              </a:defRPr>
            </a:lvl5pPr>
            <a:lvl6pPr>
              <a:defRPr sz="4800" b="1">
                <a:solidFill>
                  <a:srgbClr val="7DE2BA"/>
                </a:solidFill>
                <a:latin typeface="DejaVu Sans"/>
                <a:ea typeface="DejaVu Sans"/>
                <a:cs typeface="DejaVu Sans"/>
              </a:defRPr>
            </a:lvl6pPr>
            <a:lvl7pPr>
              <a:defRPr sz="4800" b="1">
                <a:solidFill>
                  <a:srgbClr val="7DE2BA"/>
                </a:solidFill>
                <a:latin typeface="DejaVu Sans"/>
                <a:ea typeface="DejaVu Sans"/>
                <a:cs typeface="DejaVu Sans"/>
              </a:defRPr>
            </a:lvl7pPr>
            <a:lvl8pPr>
              <a:defRPr sz="4800" b="1">
                <a:solidFill>
                  <a:srgbClr val="7DE2BA"/>
                </a:solidFill>
                <a:latin typeface="DejaVu Sans"/>
                <a:ea typeface="DejaVu Sans"/>
                <a:cs typeface="DejaVu Sans"/>
              </a:defRPr>
            </a:lvl8pPr>
            <a:lvl9pPr>
              <a:defRPr sz="4800" b="1">
                <a:solidFill>
                  <a:srgbClr val="7DE2BA"/>
                </a:solidFill>
                <a:latin typeface="DejaVu Sans"/>
                <a:ea typeface="DejaVu Sans"/>
                <a:cs typeface="DejaVu Sans"/>
              </a:defRPr>
            </a:lvl9pPr>
          </a:lstStyle>
          <a:p xmlns:a="http://schemas.openxmlformats.org/drawingml/2006/main">
            <a:pPr>
              <a:defRPr sz="4800" b="1">
                <a:solidFill>
                  <a:srgbClr val="7DE2BA"/>
                </a:solidFill>
                <a:latin typeface="DejaVu Sans"/>
                <a:ea typeface="DejaVu Sans"/>
                <a:cs typeface="DejaVu Sans"/>
              </a:defRPr>
            </a:pPr>
            <a:r>
              <a:rPr sz="4800" b="1">
                <a:solidFill>
                  <a:srgbClr val="7DE2BA"/>
                </a:solidFill>
                <a:latin typeface="DejaVu Sans"/>
                <a:ea typeface="DejaVu Sans"/>
                <a:cs typeface="DejaVu Sans"/>
              </a:rPr>
              <a:t>Java + XML</a:t>
            </a:r>
          </a:p>
        </p:txBody>
      </p:sp>
      <p:sp>
        <p:nvSpPr>
          <p:cNvPr id="6" name="text-5">
            <a:extLst xmlns:a="http://schemas.openxmlformats.org/drawingml/2006/main">
              <a:ext uri="{FF2B5EF4-FFF2-40B4-BE49-F238E27FC236}">
                <a16:creationId xmlns:a16="http://schemas.microsoft.com/office/drawing/2014/main" id="{9C8005DB-43F9-4C7D-A718-BA2D2C0C6606}"/>
              </a:ext>
            </a:extLst>
          </p:cNvPr>
          <p:cNvSpPr>
            <a:spLocks xmlns:a="http://schemas.openxmlformats.org/drawingml/2006/main" noGrp="1"/>
          </p:cNvSpPr>
          <p:nvPr/>
        </p:nvSpPr>
        <p:spPr>
          <a:xfrm xmlns:a="http://schemas.openxmlformats.org/drawingml/2006/main">
            <a:off x="609600" y="3067050"/>
            <a:ext cx="62674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Java menangani perilaku aplikasi.</a:t>
            </a:r>
          </a:p>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XML mendefinisikan tampilan dan resource.</a:t>
            </a:r>
          </a:p>
        </p:txBody>
      </p:sp>
      <p:sp>
        <p:nvSpPr>
          <p:cNvPr id="7" name="text-6">
            <a:extLst xmlns:a="http://schemas.openxmlformats.org/drawingml/2006/main">
              <a:ext uri="{FF2B5EF4-FFF2-40B4-BE49-F238E27FC236}">
                <a16:creationId xmlns:a16="http://schemas.microsoft.com/office/drawing/2014/main" id="{6C62B009-C1E7-4492-849B-81F0B8747DA7}"/>
              </a:ext>
            </a:extLst>
          </p:cNvPr>
          <p:cNvSpPr>
            <a:spLocks xmlns:a="http://schemas.openxmlformats.org/drawingml/2006/main" noGrp="1"/>
          </p:cNvSpPr>
          <p:nvPr/>
        </p:nvSpPr>
        <p:spPr>
          <a:xfrm xmlns:a="http://schemas.openxmlformats.org/drawingml/2006/main">
            <a:off x="7524750" y="2076450"/>
            <a:ext cx="3952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Platform terbuka</a:t>
            </a:r>
          </a:p>
        </p:txBody>
      </p:sp>
      <p:sp>
        <p:nvSpPr>
          <p:cNvPr id="8" name="text-7">
            <a:extLst xmlns:a="http://schemas.openxmlformats.org/drawingml/2006/main">
              <a:ext uri="{FF2B5EF4-FFF2-40B4-BE49-F238E27FC236}">
                <a16:creationId xmlns:a16="http://schemas.microsoft.com/office/drawing/2014/main" id="{96F16FC3-CB6C-4B02-AF25-48278987351C}"/>
              </a:ext>
            </a:extLst>
          </p:cNvPr>
          <p:cNvSpPr>
            <a:spLocks xmlns:a="http://schemas.openxmlformats.org/drawingml/2006/main" noGrp="1"/>
          </p:cNvSpPr>
          <p:nvPr/>
        </p:nvSpPr>
        <p:spPr>
          <a:xfrm xmlns:a="http://schemas.openxmlformats.org/drawingml/2006/main">
            <a:off x="7524750" y="2543175"/>
            <a:ext cx="39528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Android berbasis kernel Linux dan mendukung beragam perangkat.</a:t>
            </a:r>
          </a:p>
        </p:txBody>
      </p:sp>
      <p:sp>
        <p:nvSpPr>
          <p:cNvPr id="9" name="text-8">
            <a:extLst xmlns:a="http://schemas.openxmlformats.org/drawingml/2006/main">
              <a:ext uri="{FF2B5EF4-FFF2-40B4-BE49-F238E27FC236}">
                <a16:creationId xmlns:a16="http://schemas.microsoft.com/office/drawing/2014/main" id="{384F6D8E-9D60-48C8-AAD5-0E5FA935451D}"/>
              </a:ext>
            </a:extLst>
          </p:cNvPr>
          <p:cNvSpPr>
            <a:spLocks xmlns:a="http://schemas.openxmlformats.org/drawingml/2006/main" noGrp="1"/>
          </p:cNvSpPr>
          <p:nvPr/>
        </p:nvSpPr>
        <p:spPr>
          <a:xfrm xmlns:a="http://schemas.openxmlformats.org/drawingml/2006/main">
            <a:off x="7524750" y="3924300"/>
            <a:ext cx="39528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Tantangan aplikasi</a:t>
            </a:r>
          </a:p>
        </p:txBody>
      </p:sp>
      <p:sp>
        <p:nvSpPr>
          <p:cNvPr id="10" name="text-9">
            <a:extLst xmlns:a="http://schemas.openxmlformats.org/drawingml/2006/main">
              <a:ext uri="{FF2B5EF4-FFF2-40B4-BE49-F238E27FC236}">
                <a16:creationId xmlns:a16="http://schemas.microsoft.com/office/drawing/2014/main" id="{DE803991-ADBF-4B75-8133-3A9EAC11F354}"/>
              </a:ext>
            </a:extLst>
          </p:cNvPr>
          <p:cNvSpPr>
            <a:spLocks xmlns:a="http://schemas.openxmlformats.org/drawingml/2006/main" noGrp="1"/>
          </p:cNvSpPr>
          <p:nvPr/>
        </p:nvSpPr>
        <p:spPr>
          <a:xfrm xmlns:a="http://schemas.openxmlformats.org/drawingml/2006/main">
            <a:off x="7524750" y="4391025"/>
            <a:ext cx="395287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Ukuran layar, performa, kompatibilitas, serta keamanan data pengguna.</a:t>
            </a:r>
          </a:p>
        </p:txBody>
      </p:sp>
      <p:sp>
        <p:nvSpPr>
          <p:cNvPr id="11" name="text-10">
            <a:extLst xmlns:a="http://schemas.openxmlformats.org/drawingml/2006/main">
              <a:ext uri="{FF2B5EF4-FFF2-40B4-BE49-F238E27FC236}">
                <a16:creationId xmlns:a16="http://schemas.microsoft.com/office/drawing/2014/main" id="{C7E83E34-2CFF-4FB4-80E8-E6017BDF9C12}"/>
              </a:ext>
            </a:extLst>
          </p:cNvPr>
          <p:cNvSpPr>
            <a:spLocks xmlns:a="http://schemas.openxmlformats.org/drawingml/2006/main" noGrp="1"/>
          </p:cNvSpPr>
          <p:nvPr/>
        </p:nvSpPr>
        <p:spPr>
          <a:xfrm xmlns:a="http://schemas.openxmlformats.org/drawingml/2006/main">
            <a:off x="609600" y="5467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DCDD3"/>
                </a:solidFill>
                <a:latin typeface="DejaVu Sans"/>
                <a:ea typeface="DejaVu Sans"/>
                <a:cs typeface="DejaVu Sans"/>
              </a:defRPr>
            </a:defPPr>
            <a:lvl1pPr>
              <a:defRPr sz="1800" b="0">
                <a:solidFill>
                  <a:srgbClr val="BDCDD3"/>
                </a:solidFill>
                <a:latin typeface="DejaVu Sans"/>
                <a:ea typeface="DejaVu Sans"/>
                <a:cs typeface="DejaVu Sans"/>
              </a:defRPr>
            </a:lvl1pPr>
            <a:lvl2pPr>
              <a:defRPr sz="1800" b="0">
                <a:solidFill>
                  <a:srgbClr val="BDCDD3"/>
                </a:solidFill>
                <a:latin typeface="DejaVu Sans"/>
                <a:ea typeface="DejaVu Sans"/>
                <a:cs typeface="DejaVu Sans"/>
              </a:defRPr>
            </a:lvl2pPr>
            <a:lvl3pPr>
              <a:defRPr sz="1800" b="0">
                <a:solidFill>
                  <a:srgbClr val="BDCDD3"/>
                </a:solidFill>
                <a:latin typeface="DejaVu Sans"/>
                <a:ea typeface="DejaVu Sans"/>
                <a:cs typeface="DejaVu Sans"/>
              </a:defRPr>
            </a:lvl3pPr>
            <a:lvl4pPr>
              <a:defRPr sz="1800" b="0">
                <a:solidFill>
                  <a:srgbClr val="BDCDD3"/>
                </a:solidFill>
                <a:latin typeface="DejaVu Sans"/>
                <a:ea typeface="DejaVu Sans"/>
                <a:cs typeface="DejaVu Sans"/>
              </a:defRPr>
            </a:lvl4pPr>
            <a:lvl5pPr>
              <a:defRPr sz="1800" b="0">
                <a:solidFill>
                  <a:srgbClr val="BDCDD3"/>
                </a:solidFill>
                <a:latin typeface="DejaVu Sans"/>
                <a:ea typeface="DejaVu Sans"/>
                <a:cs typeface="DejaVu Sans"/>
              </a:defRPr>
            </a:lvl5pPr>
            <a:lvl6pPr>
              <a:defRPr sz="1800" b="0">
                <a:solidFill>
                  <a:srgbClr val="BDCDD3"/>
                </a:solidFill>
                <a:latin typeface="DejaVu Sans"/>
                <a:ea typeface="DejaVu Sans"/>
                <a:cs typeface="DejaVu Sans"/>
              </a:defRPr>
            </a:lvl6pPr>
            <a:lvl7pPr>
              <a:defRPr sz="1800" b="0">
                <a:solidFill>
                  <a:srgbClr val="BDCDD3"/>
                </a:solidFill>
                <a:latin typeface="DejaVu Sans"/>
                <a:ea typeface="DejaVu Sans"/>
                <a:cs typeface="DejaVu Sans"/>
              </a:defRPr>
            </a:lvl7pPr>
            <a:lvl8pPr>
              <a:defRPr sz="1800" b="0">
                <a:solidFill>
                  <a:srgbClr val="BDCDD3"/>
                </a:solidFill>
                <a:latin typeface="DejaVu Sans"/>
                <a:ea typeface="DejaVu Sans"/>
                <a:cs typeface="DejaVu Sans"/>
              </a:defRPr>
            </a:lvl8pPr>
            <a:lvl9pPr>
              <a:defRPr sz="1800" b="0">
                <a:solidFill>
                  <a:srgbClr val="BDCDD3"/>
                </a:solidFill>
                <a:latin typeface="DejaVu Sans"/>
                <a:ea typeface="DejaVu Sans"/>
                <a:cs typeface="DejaVu Sans"/>
              </a:defRPr>
            </a:lvl9pPr>
          </a:lstStyle>
          <a:p xmlns:a="http://schemas.openxmlformats.org/drawingml/2006/main">
            <a:pPr>
              <a:defRPr sz="1800" b="0">
                <a:solidFill>
                  <a:srgbClr val="BDCDD3"/>
                </a:solidFill>
                <a:latin typeface="DejaVu Sans"/>
                <a:ea typeface="DejaVu Sans"/>
                <a:cs typeface="DejaVu Sans"/>
              </a:defRPr>
            </a:pPr>
            <a:r>
              <a:rPr sz="1800" b="0">
                <a:solidFill>
                  <a:srgbClr val="BDCDD3"/>
                </a:solidFill>
                <a:latin typeface="DejaVu Sans"/>
                <a:ea typeface="DejaVu Sans"/>
                <a:cs typeface="DejaVu Sans"/>
              </a:rPr>
              <a:t>Siklus pengembangan: setup, development, debugging dan testing, publishing.</a:t>
            </a:r>
          </a:p>
        </p:txBody>
      </p:sp>
    </p:spTree>
    <p:extLst>
      <p:ext uri="{BB962C8B-B14F-4D97-AF65-F5344CB8AC3E}">
        <p14:creationId xmlns:p14="http://schemas.microsoft.com/office/powerpoint/2010/main" val="534237313"/>
      </p:ext>
    </p:extLst>
  </p:cSld>
</p:sld>
</file>

<file path=ppt/slides/slide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1947A489-A67F-4494-8CF5-824D722EC4E2}"/>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01 / PENGENALAN</a:t>
            </a:r>
          </a:p>
        </p:txBody>
      </p:sp>
      <p:sp>
        <p:nvSpPr>
          <p:cNvPr id="2" name="slide-title">
            <a:extLst xmlns:a="http://schemas.openxmlformats.org/drawingml/2006/main">
              <a:ext uri="{FF2B5EF4-FFF2-40B4-BE49-F238E27FC236}">
                <a16:creationId xmlns:a16="http://schemas.microsoft.com/office/drawing/2014/main" id="{33100BC6-1757-4D7D-8214-6F46C23CF360}"/>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Lapisan arsitektur Android</a:t>
            </a:r>
          </a:p>
        </p:txBody>
      </p:sp>
      <p:sp>
        <p:nvSpPr>
          <p:cNvPr id="3" name="text-2">
            <a:extLst xmlns:a="http://schemas.openxmlformats.org/drawingml/2006/main">
              <a:ext uri="{FF2B5EF4-FFF2-40B4-BE49-F238E27FC236}">
                <a16:creationId xmlns:a16="http://schemas.microsoft.com/office/drawing/2014/main" id="{92A58002-04B3-461E-9B05-661E840898C7}"/>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1, hlm. PDF 7–9. Diagram asli dari modul</a:t>
            </a:r>
          </a:p>
        </p:txBody>
      </p:sp>
      <p:sp>
        <p:nvSpPr>
          <p:cNvPr id="4" name="text-3">
            <a:extLst xmlns:a="http://schemas.openxmlformats.org/drawingml/2006/main">
              <a:ext uri="{FF2B5EF4-FFF2-40B4-BE49-F238E27FC236}">
                <a16:creationId xmlns:a16="http://schemas.microsoft.com/office/drawing/2014/main" id="{B1217BB8-FF9A-4967-834C-3FBCA3E82A90}"/>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04</a:t>
            </a:r>
          </a:p>
        </p:txBody>
      </p:sp>
      <p:pic>
        <p:nvPicPr>
          <p:cNvPr id="5" name="">
            <a:extLst xmlns:a="http://schemas.openxmlformats.org/drawingml/2006/main">
              <a:ext uri="{FF2B5EF4-FFF2-40B4-BE49-F238E27FC236}">
                <a16:creationId xmlns:a16="http://schemas.microsoft.com/office/drawing/2014/main" id="{7F13C21C-5900-4724-ABE8-50584932F41D}"/>
              </a:ext>
            </a:extLst>
          </p:cNvPr>
          <p:cNvPicPr>
            <a:picLocks xmlns:a="http://schemas.openxmlformats.org/drawingml/2006/main" noChangeAspect="1"/>
          </p:cNvPicPr>
          <p:nvPr/>
        </p:nvPicPr>
        <p:blipFill>
          <a:blip xmlns:r="http://schemas.openxmlformats.org/officeDocument/2006/relationships" xmlns:a="http://schemas.openxmlformats.org/drawingml/2006/main" r:embed="R7e5aa1a769814477"/>
          <a:stretch xmlns:a="http://schemas.openxmlformats.org/drawingml/2006/main"/>
        </p:blipFill>
        <p:spPr>
          <a:xfrm xmlns:a="http://schemas.openxmlformats.org/drawingml/2006/main">
            <a:off x="898244" y="1762125"/>
            <a:ext cx="3042211" cy="4476750"/>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2E97149D-9620-4E4C-AAB6-7E3E0F382044}"/>
              </a:ext>
            </a:extLst>
          </p:cNvPr>
          <p:cNvSpPr>
            <a:spLocks xmlns:a="http://schemas.openxmlformats.org/drawingml/2006/main" noGrp="1"/>
          </p:cNvSpPr>
          <p:nvPr/>
        </p:nvSpPr>
        <p:spPr>
          <a:xfrm xmlns:a="http://schemas.openxmlformats.org/drawingml/2006/main">
            <a:off x="4810125" y="1905000"/>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Aplikasi dan Java API Framework</a:t>
            </a:r>
          </a:p>
        </p:txBody>
      </p:sp>
      <p:sp>
        <p:nvSpPr>
          <p:cNvPr id="7" name="text-5">
            <a:extLst xmlns:a="http://schemas.openxmlformats.org/drawingml/2006/main">
              <a:ext uri="{FF2B5EF4-FFF2-40B4-BE49-F238E27FC236}">
                <a16:creationId xmlns:a16="http://schemas.microsoft.com/office/drawing/2014/main" id="{2108FC0E-4A8B-4288-A449-6127BCD4427E}"/>
              </a:ext>
            </a:extLst>
          </p:cNvPr>
          <p:cNvSpPr>
            <a:spLocks xmlns:a="http://schemas.openxmlformats.org/drawingml/2006/main" noGrp="1"/>
          </p:cNvSpPr>
          <p:nvPr/>
        </p:nvSpPr>
        <p:spPr>
          <a:xfrm xmlns:a="http://schemas.openxmlformats.org/drawingml/2006/main">
            <a:off x="4810125" y="2371725"/>
            <a:ext cx="6667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02A38"/>
                </a:solidFill>
                <a:latin typeface="DejaVu Sans"/>
                <a:ea typeface="DejaVu Sans"/>
                <a:cs typeface="DejaVu Sans"/>
              </a:defRPr>
            </a:defPPr>
            <a:lvl1pPr>
              <a:defRPr sz="1875" b="0">
                <a:solidFill>
                  <a:srgbClr val="102A38"/>
                </a:solidFill>
                <a:latin typeface="DejaVu Sans"/>
                <a:ea typeface="DejaVu Sans"/>
                <a:cs typeface="DejaVu Sans"/>
              </a:defRPr>
            </a:lvl1pPr>
            <a:lvl2pPr>
              <a:defRPr sz="1875" b="0">
                <a:solidFill>
                  <a:srgbClr val="102A38"/>
                </a:solidFill>
                <a:latin typeface="DejaVu Sans"/>
                <a:ea typeface="DejaVu Sans"/>
                <a:cs typeface="DejaVu Sans"/>
              </a:defRPr>
            </a:lvl2pPr>
            <a:lvl3pPr>
              <a:defRPr sz="1875" b="0">
                <a:solidFill>
                  <a:srgbClr val="102A38"/>
                </a:solidFill>
                <a:latin typeface="DejaVu Sans"/>
                <a:ea typeface="DejaVu Sans"/>
                <a:cs typeface="DejaVu Sans"/>
              </a:defRPr>
            </a:lvl3pPr>
            <a:lvl4pPr>
              <a:defRPr sz="1875" b="0">
                <a:solidFill>
                  <a:srgbClr val="102A38"/>
                </a:solidFill>
                <a:latin typeface="DejaVu Sans"/>
                <a:ea typeface="DejaVu Sans"/>
                <a:cs typeface="DejaVu Sans"/>
              </a:defRPr>
            </a:lvl4pPr>
            <a:lvl5pPr>
              <a:defRPr sz="1875" b="0">
                <a:solidFill>
                  <a:srgbClr val="102A38"/>
                </a:solidFill>
                <a:latin typeface="DejaVu Sans"/>
                <a:ea typeface="DejaVu Sans"/>
                <a:cs typeface="DejaVu Sans"/>
              </a:defRPr>
            </a:lvl5pPr>
            <a:lvl6pPr>
              <a:defRPr sz="1875" b="0">
                <a:solidFill>
                  <a:srgbClr val="102A38"/>
                </a:solidFill>
                <a:latin typeface="DejaVu Sans"/>
                <a:ea typeface="DejaVu Sans"/>
                <a:cs typeface="DejaVu Sans"/>
              </a:defRPr>
            </a:lvl6pPr>
            <a:lvl7pPr>
              <a:defRPr sz="1875" b="0">
                <a:solidFill>
                  <a:srgbClr val="102A38"/>
                </a:solidFill>
                <a:latin typeface="DejaVu Sans"/>
                <a:ea typeface="DejaVu Sans"/>
                <a:cs typeface="DejaVu Sans"/>
              </a:defRPr>
            </a:lvl7pPr>
            <a:lvl8pPr>
              <a:defRPr sz="1875" b="0">
                <a:solidFill>
                  <a:srgbClr val="102A38"/>
                </a:solidFill>
                <a:latin typeface="DejaVu Sans"/>
                <a:ea typeface="DejaVu Sans"/>
                <a:cs typeface="DejaVu Sans"/>
              </a:defRPr>
            </a:lvl8pPr>
            <a:lvl9pPr>
              <a:defRPr sz="1875" b="0">
                <a:solidFill>
                  <a:srgbClr val="102A38"/>
                </a:solidFill>
                <a:latin typeface="DejaVu Sans"/>
                <a:ea typeface="DejaVu Sans"/>
                <a:cs typeface="DejaVu Sans"/>
              </a:defRPr>
            </a:lvl9pPr>
          </a:lstStyle>
          <a:p xmlns:a="http://schemas.openxmlformats.org/drawingml/2006/main">
            <a:pPr>
              <a:defRPr sz="1875" b="0">
                <a:solidFill>
                  <a:srgbClr val="102A38"/>
                </a:solidFill>
                <a:latin typeface="DejaVu Sans"/>
                <a:ea typeface="DejaVu Sans"/>
                <a:cs typeface="DejaVu Sans"/>
              </a:defRPr>
            </a:pPr>
            <a:r>
              <a:rPr sz="1875" b="0">
                <a:solidFill>
                  <a:srgbClr val="102A38"/>
                </a:solidFill>
                <a:latin typeface="DejaVu Sans"/>
                <a:ea typeface="DejaVu Sans"/>
                <a:cs typeface="DejaVu Sans"/>
              </a:rPr>
              <a:t>Aplikasi menggunakan layanan siap pakai untuk tampilan, Activity, notifikasi, dan resource.</a:t>
            </a:r>
          </a:p>
        </p:txBody>
      </p:sp>
      <p:sp>
        <p:nvSpPr>
          <p:cNvPr id="8" name="text-6">
            <a:extLst xmlns:a="http://schemas.openxmlformats.org/drawingml/2006/main">
              <a:ext uri="{FF2B5EF4-FFF2-40B4-BE49-F238E27FC236}">
                <a16:creationId xmlns:a16="http://schemas.microsoft.com/office/drawing/2014/main" id="{B903A59D-8F06-444D-94A8-26A238039B14}"/>
              </a:ext>
            </a:extLst>
          </p:cNvPr>
          <p:cNvSpPr>
            <a:spLocks xmlns:a="http://schemas.openxmlformats.org/drawingml/2006/main" noGrp="1"/>
          </p:cNvSpPr>
          <p:nvPr/>
        </p:nvSpPr>
        <p:spPr>
          <a:xfrm xmlns:a="http://schemas.openxmlformats.org/drawingml/2006/main">
            <a:off x="4810125" y="3438525"/>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ART dan pustaka C/C++</a:t>
            </a:r>
          </a:p>
        </p:txBody>
      </p:sp>
      <p:sp>
        <p:nvSpPr>
          <p:cNvPr id="9" name="text-7">
            <a:extLst xmlns:a="http://schemas.openxmlformats.org/drawingml/2006/main">
              <a:ext uri="{FF2B5EF4-FFF2-40B4-BE49-F238E27FC236}">
                <a16:creationId xmlns:a16="http://schemas.microsoft.com/office/drawing/2014/main" id="{7688DD7C-8CC7-4249-9310-7BB6597EEB04}"/>
              </a:ext>
            </a:extLst>
          </p:cNvPr>
          <p:cNvSpPr>
            <a:spLocks xmlns:a="http://schemas.openxmlformats.org/drawingml/2006/main" noGrp="1"/>
          </p:cNvSpPr>
          <p:nvPr/>
        </p:nvSpPr>
        <p:spPr>
          <a:xfrm xmlns:a="http://schemas.openxmlformats.org/drawingml/2006/main">
            <a:off x="4810125" y="3905250"/>
            <a:ext cx="666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02A38"/>
                </a:solidFill>
                <a:latin typeface="DejaVu Sans"/>
                <a:ea typeface="DejaVu Sans"/>
                <a:cs typeface="DejaVu Sans"/>
              </a:defRPr>
            </a:defPPr>
            <a:lvl1pPr>
              <a:defRPr sz="1875" b="0">
                <a:solidFill>
                  <a:srgbClr val="102A38"/>
                </a:solidFill>
                <a:latin typeface="DejaVu Sans"/>
                <a:ea typeface="DejaVu Sans"/>
                <a:cs typeface="DejaVu Sans"/>
              </a:defRPr>
            </a:lvl1pPr>
            <a:lvl2pPr>
              <a:defRPr sz="1875" b="0">
                <a:solidFill>
                  <a:srgbClr val="102A38"/>
                </a:solidFill>
                <a:latin typeface="DejaVu Sans"/>
                <a:ea typeface="DejaVu Sans"/>
                <a:cs typeface="DejaVu Sans"/>
              </a:defRPr>
            </a:lvl2pPr>
            <a:lvl3pPr>
              <a:defRPr sz="1875" b="0">
                <a:solidFill>
                  <a:srgbClr val="102A38"/>
                </a:solidFill>
                <a:latin typeface="DejaVu Sans"/>
                <a:ea typeface="DejaVu Sans"/>
                <a:cs typeface="DejaVu Sans"/>
              </a:defRPr>
            </a:lvl3pPr>
            <a:lvl4pPr>
              <a:defRPr sz="1875" b="0">
                <a:solidFill>
                  <a:srgbClr val="102A38"/>
                </a:solidFill>
                <a:latin typeface="DejaVu Sans"/>
                <a:ea typeface="DejaVu Sans"/>
                <a:cs typeface="DejaVu Sans"/>
              </a:defRPr>
            </a:lvl4pPr>
            <a:lvl5pPr>
              <a:defRPr sz="1875" b="0">
                <a:solidFill>
                  <a:srgbClr val="102A38"/>
                </a:solidFill>
                <a:latin typeface="DejaVu Sans"/>
                <a:ea typeface="DejaVu Sans"/>
                <a:cs typeface="DejaVu Sans"/>
              </a:defRPr>
            </a:lvl5pPr>
            <a:lvl6pPr>
              <a:defRPr sz="1875" b="0">
                <a:solidFill>
                  <a:srgbClr val="102A38"/>
                </a:solidFill>
                <a:latin typeface="DejaVu Sans"/>
                <a:ea typeface="DejaVu Sans"/>
                <a:cs typeface="DejaVu Sans"/>
              </a:defRPr>
            </a:lvl6pPr>
            <a:lvl7pPr>
              <a:defRPr sz="1875" b="0">
                <a:solidFill>
                  <a:srgbClr val="102A38"/>
                </a:solidFill>
                <a:latin typeface="DejaVu Sans"/>
                <a:ea typeface="DejaVu Sans"/>
                <a:cs typeface="DejaVu Sans"/>
              </a:defRPr>
            </a:lvl7pPr>
            <a:lvl8pPr>
              <a:defRPr sz="1875" b="0">
                <a:solidFill>
                  <a:srgbClr val="102A38"/>
                </a:solidFill>
                <a:latin typeface="DejaVu Sans"/>
                <a:ea typeface="DejaVu Sans"/>
                <a:cs typeface="DejaVu Sans"/>
              </a:defRPr>
            </a:lvl8pPr>
            <a:lvl9pPr>
              <a:defRPr sz="1875" b="0">
                <a:solidFill>
                  <a:srgbClr val="102A38"/>
                </a:solidFill>
                <a:latin typeface="DejaVu Sans"/>
                <a:ea typeface="DejaVu Sans"/>
                <a:cs typeface="DejaVu Sans"/>
              </a:defRPr>
            </a:lvl9pPr>
          </a:lstStyle>
          <a:p xmlns:a="http://schemas.openxmlformats.org/drawingml/2006/main">
            <a:pPr>
              <a:defRPr sz="1875" b="0">
                <a:solidFill>
                  <a:srgbClr val="102A38"/>
                </a:solidFill>
                <a:latin typeface="DejaVu Sans"/>
                <a:ea typeface="DejaVu Sans"/>
                <a:cs typeface="DejaVu Sans"/>
              </a:defRPr>
            </a:pPr>
            <a:r>
              <a:rPr sz="1875" b="0">
                <a:solidFill>
                  <a:srgbClr val="102A38"/>
                </a:solidFill>
                <a:latin typeface="DejaVu Sans"/>
                <a:ea typeface="DejaVu Sans"/>
                <a:cs typeface="DejaVu Sans"/>
              </a:rPr>
              <a:t>Android Runtime menjalankan aplikasi. Pustaka native menyediakan fungsi inti dan grafis.</a:t>
            </a:r>
          </a:p>
        </p:txBody>
      </p:sp>
      <p:sp>
        <p:nvSpPr>
          <p:cNvPr id="10" name="text-8">
            <a:extLst xmlns:a="http://schemas.openxmlformats.org/drawingml/2006/main">
              <a:ext uri="{FF2B5EF4-FFF2-40B4-BE49-F238E27FC236}">
                <a16:creationId xmlns:a16="http://schemas.microsoft.com/office/drawing/2014/main" id="{484BC242-9191-437D-A560-23D42BF8135D}"/>
              </a:ext>
            </a:extLst>
          </p:cNvPr>
          <p:cNvSpPr>
            <a:spLocks xmlns:a="http://schemas.openxmlformats.org/drawingml/2006/main" noGrp="1"/>
          </p:cNvSpPr>
          <p:nvPr/>
        </p:nvSpPr>
        <p:spPr>
          <a:xfrm xmlns:a="http://schemas.openxmlformats.org/drawingml/2006/main">
            <a:off x="4810125" y="4972050"/>
            <a:ext cx="6667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HAL dan Linux Kernel</a:t>
            </a:r>
          </a:p>
        </p:txBody>
      </p:sp>
      <p:sp>
        <p:nvSpPr>
          <p:cNvPr id="11" name="text-9">
            <a:extLst xmlns:a="http://schemas.openxmlformats.org/drawingml/2006/main">
              <a:ext uri="{FF2B5EF4-FFF2-40B4-BE49-F238E27FC236}">
                <a16:creationId xmlns:a16="http://schemas.microsoft.com/office/drawing/2014/main" id="{D7AD7C0F-E9CB-40FC-BE85-2D21745F19E0}"/>
              </a:ext>
            </a:extLst>
          </p:cNvPr>
          <p:cNvSpPr>
            <a:spLocks xmlns:a="http://schemas.openxmlformats.org/drawingml/2006/main" noGrp="1"/>
          </p:cNvSpPr>
          <p:nvPr/>
        </p:nvSpPr>
        <p:spPr>
          <a:xfrm xmlns:a="http://schemas.openxmlformats.org/drawingml/2006/main">
            <a:off x="4810125" y="5438775"/>
            <a:ext cx="6667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02A38"/>
                </a:solidFill>
                <a:latin typeface="DejaVu Sans"/>
                <a:ea typeface="DejaVu Sans"/>
                <a:cs typeface="DejaVu Sans"/>
              </a:defRPr>
            </a:defPPr>
            <a:lvl1pPr>
              <a:defRPr sz="1875" b="0">
                <a:solidFill>
                  <a:srgbClr val="102A38"/>
                </a:solidFill>
                <a:latin typeface="DejaVu Sans"/>
                <a:ea typeface="DejaVu Sans"/>
                <a:cs typeface="DejaVu Sans"/>
              </a:defRPr>
            </a:lvl1pPr>
            <a:lvl2pPr>
              <a:defRPr sz="1875" b="0">
                <a:solidFill>
                  <a:srgbClr val="102A38"/>
                </a:solidFill>
                <a:latin typeface="DejaVu Sans"/>
                <a:ea typeface="DejaVu Sans"/>
                <a:cs typeface="DejaVu Sans"/>
              </a:defRPr>
            </a:lvl2pPr>
            <a:lvl3pPr>
              <a:defRPr sz="1875" b="0">
                <a:solidFill>
                  <a:srgbClr val="102A38"/>
                </a:solidFill>
                <a:latin typeface="DejaVu Sans"/>
                <a:ea typeface="DejaVu Sans"/>
                <a:cs typeface="DejaVu Sans"/>
              </a:defRPr>
            </a:lvl3pPr>
            <a:lvl4pPr>
              <a:defRPr sz="1875" b="0">
                <a:solidFill>
                  <a:srgbClr val="102A38"/>
                </a:solidFill>
                <a:latin typeface="DejaVu Sans"/>
                <a:ea typeface="DejaVu Sans"/>
                <a:cs typeface="DejaVu Sans"/>
              </a:defRPr>
            </a:lvl4pPr>
            <a:lvl5pPr>
              <a:defRPr sz="1875" b="0">
                <a:solidFill>
                  <a:srgbClr val="102A38"/>
                </a:solidFill>
                <a:latin typeface="DejaVu Sans"/>
                <a:ea typeface="DejaVu Sans"/>
                <a:cs typeface="DejaVu Sans"/>
              </a:defRPr>
            </a:lvl5pPr>
            <a:lvl6pPr>
              <a:defRPr sz="1875" b="0">
                <a:solidFill>
                  <a:srgbClr val="102A38"/>
                </a:solidFill>
                <a:latin typeface="DejaVu Sans"/>
                <a:ea typeface="DejaVu Sans"/>
                <a:cs typeface="DejaVu Sans"/>
              </a:defRPr>
            </a:lvl6pPr>
            <a:lvl7pPr>
              <a:defRPr sz="1875" b="0">
                <a:solidFill>
                  <a:srgbClr val="102A38"/>
                </a:solidFill>
                <a:latin typeface="DejaVu Sans"/>
                <a:ea typeface="DejaVu Sans"/>
                <a:cs typeface="DejaVu Sans"/>
              </a:defRPr>
            </a:lvl7pPr>
            <a:lvl8pPr>
              <a:defRPr sz="1875" b="0">
                <a:solidFill>
                  <a:srgbClr val="102A38"/>
                </a:solidFill>
                <a:latin typeface="DejaVu Sans"/>
                <a:ea typeface="DejaVu Sans"/>
                <a:cs typeface="DejaVu Sans"/>
              </a:defRPr>
            </a:lvl8pPr>
            <a:lvl9pPr>
              <a:defRPr sz="1875" b="0">
                <a:solidFill>
                  <a:srgbClr val="102A38"/>
                </a:solidFill>
                <a:latin typeface="DejaVu Sans"/>
                <a:ea typeface="DejaVu Sans"/>
                <a:cs typeface="DejaVu Sans"/>
              </a:defRPr>
            </a:lvl9pPr>
          </a:lstStyle>
          <a:p xmlns:a="http://schemas.openxmlformats.org/drawingml/2006/main">
            <a:pPr>
              <a:defRPr sz="1875" b="0">
                <a:solidFill>
                  <a:srgbClr val="102A38"/>
                </a:solidFill>
                <a:latin typeface="DejaVu Sans"/>
                <a:ea typeface="DejaVu Sans"/>
                <a:cs typeface="DejaVu Sans"/>
              </a:defRPr>
            </a:pPr>
            <a:r>
              <a:rPr sz="1875" b="0">
                <a:solidFill>
                  <a:srgbClr val="102A38"/>
                </a:solidFill>
                <a:latin typeface="DejaVu Sans"/>
                <a:ea typeface="DejaVu Sans"/>
                <a:cs typeface="DejaVu Sans"/>
              </a:rPr>
              <a:t>HAL menghubungkan akses perangkat keras. Kernel mengelola driver, memori, proses, dan daya.</a:t>
            </a:r>
          </a:p>
        </p:txBody>
      </p:sp>
    </p:spTree>
    <p:extLst>
      <p:ext uri="{BB962C8B-B14F-4D97-AF65-F5344CB8AC3E}">
        <p14:creationId xmlns:p14="http://schemas.microsoft.com/office/powerpoint/2010/main" val="824059649"/>
      </p:ext>
    </p:extLst>
  </p:cSld>
</p:sld>
</file>

<file path=ppt/slides/slide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5889FDB-B47A-4705-B701-4E6A08758908}"/>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01 / PENGENALAN</a:t>
            </a:r>
          </a:p>
        </p:txBody>
      </p:sp>
      <p:sp>
        <p:nvSpPr>
          <p:cNvPr id="2" name="slide-title">
            <a:extLst xmlns:a="http://schemas.openxmlformats.org/drawingml/2006/main">
              <a:ext uri="{FF2B5EF4-FFF2-40B4-BE49-F238E27FC236}">
                <a16:creationId xmlns:a16="http://schemas.microsoft.com/office/drawing/2014/main" id="{9C614176-8032-44D7-97FF-112B576B3A3E}"/>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Lingkungan pengembangan</a:t>
            </a:r>
          </a:p>
        </p:txBody>
      </p:sp>
      <p:sp>
        <p:nvSpPr>
          <p:cNvPr id="3" name="text-2">
            <a:extLst xmlns:a="http://schemas.openxmlformats.org/drawingml/2006/main">
              <a:ext uri="{FF2B5EF4-FFF2-40B4-BE49-F238E27FC236}">
                <a16:creationId xmlns:a16="http://schemas.microsoft.com/office/drawing/2014/main" id="{6EED633D-665B-4487-8679-F32DA9A6B27C}"/>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1, hlm. PDF 11–21 dan 24–26</a:t>
            </a:r>
          </a:p>
        </p:txBody>
      </p:sp>
      <p:sp>
        <p:nvSpPr>
          <p:cNvPr id="4" name="text-3">
            <a:extLst xmlns:a="http://schemas.openxmlformats.org/drawingml/2006/main">
              <a:ext uri="{FF2B5EF4-FFF2-40B4-BE49-F238E27FC236}">
                <a16:creationId xmlns:a16="http://schemas.microsoft.com/office/drawing/2014/main" id="{2521D097-AECB-44BD-9540-C46252F7B6B5}"/>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05</a:t>
            </a:r>
          </a:p>
        </p:txBody>
      </p:sp>
      <p:graphicFrame>
        <p:nvGraphicFramePr>
          <p:cNvPr id="5" name="">
            <a:extLst xmlns:a="http://schemas.openxmlformats.org/drawingml/2006/main">
              <a:ext uri="{FF2B5EF4-FFF2-40B4-BE49-F238E27FC236}">
                <a16:creationId xmlns:a16="http://schemas.microsoft.com/office/drawing/2014/main" id="{E86092ED-23D2-44F7-8C10-971B29F713A1}"/>
              </a:ext>
            </a:extLst>
          </p:cNvPr>
          <p:cNvGraphicFramePr/>
          <p:nvPr/>
        </p:nvGraphicFramePr>
        <p:xfrm>
          <a:off xmlns:a="http://schemas.openxmlformats.org/drawingml/2006/main" x="609600" y="1952625"/>
          <a:ext xmlns:a="http://schemas.openxmlformats.org/drawingml/2006/main" cx="10972800" cy="3343275"/>
        </p:xfrm>
        <a:graphic xmlns:a="http://schemas.openxmlformats.org/drawingml/2006/main">
          <a:graphicData uri="http://schemas.openxmlformats.org/drawingml/2006/table">
            <a:tbl>
              <a:tblPr/>
              <a:tblGrid>
                <a:gridCol w="3238500"/>
                <a:gridCol w="7734300"/>
              </a:tblGrid>
              <a:tr h="533400">
                <a:tc>
                  <a:txBody>
                    <a:bodyPr lIns="95250" tIns="95250" rIns="95250" bIns="95250">
                      <a:noAutofit/>
                    </a:bodyPr>
                    <a:lstStyle/>
                    <a:p>
                      <a:r>
                        <a:rPr sz="1875" b="1">
                          <a:solidFill>
                            <a:srgbClr val="FFFFFF"/>
                          </a:solidFill>
                          <a:latin typeface="DejaVu Sans"/>
                          <a:ea typeface="DejaVu Sans"/>
                          <a:cs typeface="DejaVu Sans"/>
                        </a:rPr>
                        <a:t>Komponen</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875" b="1">
                          <a:solidFill>
                            <a:srgbClr val="FFFFFF"/>
                          </a:solidFill>
                          <a:latin typeface="DejaVu Sans"/>
                          <a:ea typeface="DejaVu Sans"/>
                          <a:cs typeface="DejaVu Sans"/>
                        </a:rPr>
                        <a:t>Peran dalam pengembangan</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702469">
                <a:tc>
                  <a:txBody>
                    <a:bodyPr lIns="95250" tIns="95250" rIns="95250" bIns="95250">
                      <a:noAutofit/>
                    </a:bodyPr>
                    <a:lstStyle/>
                    <a:p>
                      <a:r>
                        <a:rPr sz="1875" b="1">
                          <a:solidFill>
                            <a:srgbClr val="102A38"/>
                          </a:solidFill>
                          <a:latin typeface="DejaVu Sans"/>
                          <a:ea typeface="DejaVu Sans"/>
                          <a:cs typeface="DejaVu Sans"/>
                        </a:rPr>
                        <a:t>JDK</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75" b="0">
                          <a:solidFill>
                            <a:srgbClr val="102A38"/>
                          </a:solidFill>
                          <a:latin typeface="DejaVu Sans"/>
                          <a:ea typeface="DejaVu Sans"/>
                          <a:cs typeface="DejaVu Sans"/>
                        </a:rPr>
                        <a:t>Perangkat pengembangan bahasa Java</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02469">
                <a:tc>
                  <a:txBody>
                    <a:bodyPr lIns="95250" tIns="95250" rIns="95250" bIns="95250">
                      <a:noAutofit/>
                    </a:bodyPr>
                    <a:lstStyle/>
                    <a:p>
                      <a:r>
                        <a:rPr sz="1875" b="1">
                          <a:solidFill>
                            <a:srgbClr val="102A38"/>
                          </a:solidFill>
                          <a:latin typeface="DejaVu Sans"/>
                          <a:ea typeface="DejaVu Sans"/>
                          <a:cs typeface="DejaVu Sans"/>
                        </a:rPr>
                        <a:t>Android Studio</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875" b="0">
                          <a:solidFill>
                            <a:srgbClr val="102A38"/>
                          </a:solidFill>
                          <a:latin typeface="DejaVu Sans"/>
                          <a:ea typeface="DejaVu Sans"/>
                          <a:cs typeface="DejaVu Sans"/>
                        </a:rPr>
                        <a:t>Editor proyek, layout, build, dan debugging</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702469">
                <a:tc>
                  <a:txBody>
                    <a:bodyPr lIns="95250" tIns="95250" rIns="95250" bIns="95250">
                      <a:noAutofit/>
                    </a:bodyPr>
                    <a:lstStyle/>
                    <a:p>
                      <a:r>
                        <a:rPr sz="1875" b="1">
                          <a:solidFill>
                            <a:srgbClr val="102A38"/>
                          </a:solidFill>
                          <a:latin typeface="DejaVu Sans"/>
                          <a:ea typeface="DejaVu Sans"/>
                          <a:cs typeface="DejaVu Sans"/>
                        </a:rPr>
                        <a:t>Android SDK</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75" b="0">
                          <a:solidFill>
                            <a:srgbClr val="102A38"/>
                          </a:solidFill>
                          <a:latin typeface="DejaVu Sans"/>
                          <a:ea typeface="DejaVu Sans"/>
                          <a:cs typeface="DejaVu Sans"/>
                        </a:rPr>
                        <a:t>API, platform tools, pengujian, dan emulator</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02469">
                <a:tc>
                  <a:txBody>
                    <a:bodyPr lIns="95250" tIns="95250" rIns="95250" bIns="95250">
                      <a:noAutofit/>
                    </a:bodyPr>
                    <a:lstStyle/>
                    <a:p>
                      <a:r>
                        <a:rPr sz="1875" b="1">
                          <a:solidFill>
                            <a:srgbClr val="102A38"/>
                          </a:solidFill>
                          <a:latin typeface="DejaVu Sans"/>
                          <a:ea typeface="DejaVu Sans"/>
                          <a:cs typeface="DejaVu Sans"/>
                        </a:rPr>
                        <a:t>AVD / perangkat fisik</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875" b="0">
                          <a:solidFill>
                            <a:srgbClr val="102A38"/>
                          </a:solidFill>
                          <a:latin typeface="DejaVu Sans"/>
                          <a:ea typeface="DejaVu Sans"/>
                          <a:cs typeface="DejaVu Sans"/>
                        </a:rPr>
                        <a:t>Menjalankan aplikasi dan menguji perilakunya</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bl>
          </a:graphicData>
        </a:graphic>
      </p:graphicFrame>
      <p:sp>
        <p:nvSpPr>
          <p:cNvPr id="6" name="text-4">
            <a:extLst xmlns:a="http://schemas.openxmlformats.org/drawingml/2006/main">
              <a:ext uri="{FF2B5EF4-FFF2-40B4-BE49-F238E27FC236}">
                <a16:creationId xmlns:a16="http://schemas.microsoft.com/office/drawing/2014/main" id="{FCD47219-9CDF-4CA8-8508-2F53D509E2A2}"/>
              </a:ext>
            </a:extLst>
          </p:cNvPr>
          <p:cNvSpPr>
            <a:spLocks xmlns:a="http://schemas.openxmlformats.org/drawingml/2006/main" noGrp="1"/>
          </p:cNvSpPr>
          <p:nvPr/>
        </p:nvSpPr>
        <p:spPr>
          <a:xfrm xmlns:a="http://schemas.openxmlformats.org/drawingml/2006/main">
            <a:off x="609600" y="5610225"/>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47B61"/>
                </a:solidFill>
                <a:latin typeface="DejaVu Sans"/>
                <a:ea typeface="DejaVu Sans"/>
                <a:cs typeface="DejaVu Sans"/>
              </a:defRPr>
            </a:defPPr>
            <a:lvl1pPr>
              <a:defRPr sz="1875" b="1">
                <a:solidFill>
                  <a:srgbClr val="147B61"/>
                </a:solidFill>
                <a:latin typeface="DejaVu Sans"/>
                <a:ea typeface="DejaVu Sans"/>
                <a:cs typeface="DejaVu Sans"/>
              </a:defRPr>
            </a:lvl1pPr>
            <a:lvl2pPr>
              <a:defRPr sz="1875" b="1">
                <a:solidFill>
                  <a:srgbClr val="147B61"/>
                </a:solidFill>
                <a:latin typeface="DejaVu Sans"/>
                <a:ea typeface="DejaVu Sans"/>
                <a:cs typeface="DejaVu Sans"/>
              </a:defRPr>
            </a:lvl2pPr>
            <a:lvl3pPr>
              <a:defRPr sz="1875" b="1">
                <a:solidFill>
                  <a:srgbClr val="147B61"/>
                </a:solidFill>
                <a:latin typeface="DejaVu Sans"/>
                <a:ea typeface="DejaVu Sans"/>
                <a:cs typeface="DejaVu Sans"/>
              </a:defRPr>
            </a:lvl3pPr>
            <a:lvl4pPr>
              <a:defRPr sz="1875" b="1">
                <a:solidFill>
                  <a:srgbClr val="147B61"/>
                </a:solidFill>
                <a:latin typeface="DejaVu Sans"/>
                <a:ea typeface="DejaVu Sans"/>
                <a:cs typeface="DejaVu Sans"/>
              </a:defRPr>
            </a:lvl4pPr>
            <a:lvl5pPr>
              <a:defRPr sz="1875" b="1">
                <a:solidFill>
                  <a:srgbClr val="147B61"/>
                </a:solidFill>
                <a:latin typeface="DejaVu Sans"/>
                <a:ea typeface="DejaVu Sans"/>
                <a:cs typeface="DejaVu Sans"/>
              </a:defRPr>
            </a:lvl5pPr>
            <a:lvl6pPr>
              <a:defRPr sz="1875" b="1">
                <a:solidFill>
                  <a:srgbClr val="147B61"/>
                </a:solidFill>
                <a:latin typeface="DejaVu Sans"/>
                <a:ea typeface="DejaVu Sans"/>
                <a:cs typeface="DejaVu Sans"/>
              </a:defRPr>
            </a:lvl6pPr>
            <a:lvl7pPr>
              <a:defRPr sz="1875" b="1">
                <a:solidFill>
                  <a:srgbClr val="147B61"/>
                </a:solidFill>
                <a:latin typeface="DejaVu Sans"/>
                <a:ea typeface="DejaVu Sans"/>
                <a:cs typeface="DejaVu Sans"/>
              </a:defRPr>
            </a:lvl7pPr>
            <a:lvl8pPr>
              <a:defRPr sz="1875" b="1">
                <a:solidFill>
                  <a:srgbClr val="147B61"/>
                </a:solidFill>
                <a:latin typeface="DejaVu Sans"/>
                <a:ea typeface="DejaVu Sans"/>
                <a:cs typeface="DejaVu Sans"/>
              </a:defRPr>
            </a:lvl8pPr>
            <a:lvl9pPr>
              <a:defRPr sz="1875" b="1">
                <a:solidFill>
                  <a:srgbClr val="147B61"/>
                </a:solidFill>
                <a:latin typeface="DejaVu Sans"/>
                <a:ea typeface="DejaVu Sans"/>
                <a:cs typeface="DejaVu Sans"/>
              </a:defRPr>
            </a:lvl9pPr>
          </a:lstStyle>
          <a:p xmlns:a="http://schemas.openxmlformats.org/drawingml/2006/main">
            <a:pPr>
              <a:defRPr sz="1875" b="1">
                <a:solidFill>
                  <a:srgbClr val="147B61"/>
                </a:solidFill>
                <a:latin typeface="DejaVu Sans"/>
                <a:ea typeface="DejaVu Sans"/>
                <a:cs typeface="DejaVu Sans"/>
              </a:defRPr>
            </a:pPr>
            <a:r>
              <a:rPr sz="1875" b="1">
                <a:solidFill>
                  <a:srgbClr val="147B61"/>
                </a:solidFill>
                <a:latin typeface="DejaVu Sans"/>
                <a:ea typeface="DejaVu Sans"/>
                <a:cs typeface="DejaVu Sans"/>
              </a:rPr>
              <a:t>Alur praktik: siapkan alat, buat proyek, pilih perangkat uji, lalu jalankan aplikasi.</a:t>
            </a:r>
          </a:p>
        </p:txBody>
      </p:sp>
    </p:spTree>
    <p:extLst>
      <p:ext uri="{BB962C8B-B14F-4D97-AF65-F5344CB8AC3E}">
        <p14:creationId xmlns:p14="http://schemas.microsoft.com/office/powerpoint/2010/main" val="31124062"/>
      </p:ext>
    </p:extLst>
  </p:cSld>
</p:sld>
</file>

<file path=ppt/slides/slide6.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81E90521-1FA8-4471-B786-B42F49BB55D1}"/>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01 / PENGENALAN</a:t>
            </a:r>
          </a:p>
        </p:txBody>
      </p:sp>
      <p:sp>
        <p:nvSpPr>
          <p:cNvPr id="2" name="slide-title">
            <a:extLst xmlns:a="http://schemas.openxmlformats.org/drawingml/2006/main">
              <a:ext uri="{FF2B5EF4-FFF2-40B4-BE49-F238E27FC236}">
                <a16:creationId xmlns:a16="http://schemas.microsoft.com/office/drawing/2014/main" id="{B4BE875D-2D06-42EE-B63C-CAC10BA7757F}"/>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Struktur proyek dan pengujian awal</a:t>
            </a:r>
          </a:p>
        </p:txBody>
      </p:sp>
      <p:sp>
        <p:nvSpPr>
          <p:cNvPr id="3" name="text-2">
            <a:extLst xmlns:a="http://schemas.openxmlformats.org/drawingml/2006/main">
              <a:ext uri="{FF2B5EF4-FFF2-40B4-BE49-F238E27FC236}">
                <a16:creationId xmlns:a16="http://schemas.microsoft.com/office/drawing/2014/main" id="{A4D5B3F6-1381-4FA7-9F2F-36BDD145AF01}"/>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1, hlm. PDF 22–26</a:t>
            </a:r>
          </a:p>
        </p:txBody>
      </p:sp>
      <p:sp>
        <p:nvSpPr>
          <p:cNvPr id="4" name="text-3">
            <a:extLst xmlns:a="http://schemas.openxmlformats.org/drawingml/2006/main">
              <a:ext uri="{FF2B5EF4-FFF2-40B4-BE49-F238E27FC236}">
                <a16:creationId xmlns:a16="http://schemas.microsoft.com/office/drawing/2014/main" id="{7FC040A9-640C-4B25-85F0-7348FEA84CD8}"/>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06</a:t>
            </a:r>
          </a:p>
        </p:txBody>
      </p:sp>
      <p:graphicFrame>
        <p:nvGraphicFramePr>
          <p:cNvPr id="5" name="">
            <a:extLst xmlns:a="http://schemas.openxmlformats.org/drawingml/2006/main">
              <a:ext uri="{FF2B5EF4-FFF2-40B4-BE49-F238E27FC236}">
                <a16:creationId xmlns:a16="http://schemas.microsoft.com/office/drawing/2014/main" id="{8BE44981-405E-450A-8180-9419B690B6D8}"/>
              </a:ext>
            </a:extLst>
          </p:cNvPr>
          <p:cNvGraphicFramePr/>
          <p:nvPr/>
        </p:nvGraphicFramePr>
        <p:xfrm>
          <a:off xmlns:a="http://schemas.openxmlformats.org/drawingml/2006/main" x="609600" y="1952625"/>
          <a:ext xmlns:a="http://schemas.openxmlformats.org/drawingml/2006/main" cx="10972800" cy="3209925"/>
        </p:xfrm>
        <a:graphic xmlns:a="http://schemas.openxmlformats.org/drawingml/2006/main">
          <a:graphicData uri="http://schemas.openxmlformats.org/drawingml/2006/table">
            <a:tbl>
              <a:tblPr/>
              <a:tblGrid>
                <a:gridCol w="3524250"/>
                <a:gridCol w="7448550"/>
              </a:tblGrid>
              <a:tr h="533400">
                <a:tc>
                  <a:txBody>
                    <a:bodyPr lIns="95250" tIns="95250" rIns="95250" bIns="95250">
                      <a:noAutofit/>
                    </a:bodyPr>
                    <a:lstStyle/>
                    <a:p>
                      <a:r>
                        <a:rPr sz="1800" b="1">
                          <a:solidFill>
                            <a:srgbClr val="FFFFFF"/>
                          </a:solidFill>
                          <a:latin typeface="DejaVu Sans"/>
                          <a:ea typeface="DejaVu Sans"/>
                          <a:cs typeface="DejaVu Sans"/>
                        </a:rPr>
                        <a:t>Bagian proyek</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800" b="1">
                          <a:solidFill>
                            <a:srgbClr val="FFFFFF"/>
                          </a:solidFill>
                          <a:latin typeface="DejaVu Sans"/>
                          <a:ea typeface="DejaVu Sans"/>
                          <a:cs typeface="DejaVu Sans"/>
                        </a:rPr>
                        <a:t>Isi utama</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669131">
                <a:tc>
                  <a:txBody>
                    <a:bodyPr lIns="95250" tIns="95250" rIns="95250" bIns="95250">
                      <a:noAutofit/>
                    </a:bodyPr>
                    <a:lstStyle/>
                    <a:p>
                      <a:r>
                        <a:rPr sz="1800" b="1">
                          <a:solidFill>
                            <a:srgbClr val="102A38"/>
                          </a:solidFill>
                          <a:latin typeface="DejaVu Sans"/>
                          <a:ea typeface="DejaVu Sans"/>
                          <a:cs typeface="DejaVu Sans"/>
                        </a:rPr>
                        <a:t>AndroidManifest.xml</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00" b="0">
                          <a:solidFill>
                            <a:srgbClr val="102A38"/>
                          </a:solidFill>
                          <a:latin typeface="DejaVu Sans"/>
                          <a:ea typeface="DejaVu Sans"/>
                          <a:cs typeface="DejaVu Sans"/>
                        </a:rPr>
                        <a:t>Deklarasi komponen dan informasi aplikasi</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69131">
                <a:tc>
                  <a:txBody>
                    <a:bodyPr lIns="95250" tIns="95250" rIns="95250" bIns="95250">
                      <a:noAutofit/>
                    </a:bodyPr>
                    <a:lstStyle/>
                    <a:p>
                      <a:r>
                        <a:rPr sz="1800" b="1">
                          <a:solidFill>
                            <a:srgbClr val="102A38"/>
                          </a:solidFill>
                          <a:latin typeface="DejaVu Sans"/>
                          <a:ea typeface="DejaVu Sans"/>
                          <a:cs typeface="DejaVu Sans"/>
                        </a:rPr>
                        <a:t>java/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800" b="0">
                          <a:solidFill>
                            <a:srgbClr val="102A38"/>
                          </a:solidFill>
                          <a:latin typeface="DejaVu Sans"/>
                          <a:ea typeface="DejaVu Sans"/>
                          <a:cs typeface="DejaVu Sans"/>
                        </a:rPr>
                        <a:t>Activity, logika, dan kelas pendukung</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69131">
                <a:tc>
                  <a:txBody>
                    <a:bodyPr lIns="95250" tIns="95250" rIns="95250" bIns="95250">
                      <a:noAutofit/>
                    </a:bodyPr>
                    <a:lstStyle/>
                    <a:p>
                      <a:r>
                        <a:rPr sz="1800" b="1">
                          <a:solidFill>
                            <a:srgbClr val="102A38"/>
                          </a:solidFill>
                          <a:latin typeface="DejaVu Sans"/>
                          <a:ea typeface="DejaVu Sans"/>
                          <a:cs typeface="DejaVu Sans"/>
                        </a:rPr>
                        <a:t>res/</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00" b="0">
                          <a:solidFill>
                            <a:srgbClr val="102A38"/>
                          </a:solidFill>
                          <a:latin typeface="DejaVu Sans"/>
                          <a:ea typeface="DejaVu Sans"/>
                          <a:cs typeface="DejaVu Sans"/>
                        </a:rPr>
                        <a:t>Layout XML, string, gambar, warna, dan dimensi</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69131">
                <a:tc>
                  <a:txBody>
                    <a:bodyPr lIns="95250" tIns="95250" rIns="95250" bIns="95250">
                      <a:noAutofit/>
                    </a:bodyPr>
                    <a:lstStyle/>
                    <a:p>
                      <a:r>
                        <a:rPr sz="1800" b="1">
                          <a:solidFill>
                            <a:srgbClr val="102A38"/>
                          </a:solidFill>
                          <a:latin typeface="DejaVu Sans"/>
                          <a:ea typeface="DejaVu Sans"/>
                          <a:cs typeface="DejaVu Sans"/>
                        </a:rPr>
                        <a:t>Konfigurasi Gradle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800" b="0">
                          <a:solidFill>
                            <a:srgbClr val="102A38"/>
                          </a:solidFill>
                          <a:latin typeface="DejaVu Sans"/>
                          <a:ea typeface="DejaVu Sans"/>
                          <a:cs typeface="DejaVu Sans"/>
                        </a:rPr>
                        <a:t>Build proyek, modul, dan dependensi</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bl>
          </a:graphicData>
        </a:graphic>
      </p:graphicFrame>
      <p:sp>
        <p:nvSpPr>
          <p:cNvPr id="6" name="text-4">
            <a:extLst xmlns:a="http://schemas.openxmlformats.org/drawingml/2006/main">
              <a:ext uri="{FF2B5EF4-FFF2-40B4-BE49-F238E27FC236}">
                <a16:creationId xmlns:a16="http://schemas.microsoft.com/office/drawing/2014/main" id="{02EE257A-9B26-49FC-AAC4-7544B8EB2C6A}"/>
              </a:ext>
            </a:extLst>
          </p:cNvPr>
          <p:cNvSpPr>
            <a:spLocks xmlns:a="http://schemas.openxmlformats.org/drawingml/2006/main" noGrp="1"/>
          </p:cNvSpPr>
          <p:nvPr/>
        </p:nvSpPr>
        <p:spPr>
          <a:xfrm xmlns:a="http://schemas.openxmlformats.org/drawingml/2006/main">
            <a:off x="609600" y="5476875"/>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Uji di emulator</a:t>
            </a:r>
          </a:p>
        </p:txBody>
      </p:sp>
      <p:sp>
        <p:nvSpPr>
          <p:cNvPr id="7" name="text-5">
            <a:extLst xmlns:a="http://schemas.openxmlformats.org/drawingml/2006/main">
              <a:ext uri="{FF2B5EF4-FFF2-40B4-BE49-F238E27FC236}">
                <a16:creationId xmlns:a16="http://schemas.microsoft.com/office/drawing/2014/main" id="{7EB6E6CE-2699-44B3-8227-8C940073DFA9}"/>
              </a:ext>
            </a:extLst>
          </p:cNvPr>
          <p:cNvSpPr>
            <a:spLocks xmlns:a="http://schemas.openxmlformats.org/drawingml/2006/main" noGrp="1"/>
          </p:cNvSpPr>
          <p:nvPr/>
        </p:nvSpPr>
        <p:spPr>
          <a:xfrm xmlns:a="http://schemas.openxmlformats.org/drawingml/2006/main">
            <a:off x="609600" y="594360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02A38"/>
                </a:solidFill>
                <a:latin typeface="DejaVu Sans"/>
                <a:ea typeface="DejaVu Sans"/>
                <a:cs typeface="DejaVu Sans"/>
              </a:defRPr>
            </a:defPPr>
            <a:lvl1pPr>
              <a:defRPr sz="1650" b="0">
                <a:solidFill>
                  <a:srgbClr val="102A38"/>
                </a:solidFill>
                <a:latin typeface="DejaVu Sans"/>
                <a:ea typeface="DejaVu Sans"/>
                <a:cs typeface="DejaVu Sans"/>
              </a:defRPr>
            </a:lvl1pPr>
            <a:lvl2pPr>
              <a:defRPr sz="1650" b="0">
                <a:solidFill>
                  <a:srgbClr val="102A38"/>
                </a:solidFill>
                <a:latin typeface="DejaVu Sans"/>
                <a:ea typeface="DejaVu Sans"/>
                <a:cs typeface="DejaVu Sans"/>
              </a:defRPr>
            </a:lvl2pPr>
            <a:lvl3pPr>
              <a:defRPr sz="1650" b="0">
                <a:solidFill>
                  <a:srgbClr val="102A38"/>
                </a:solidFill>
                <a:latin typeface="DejaVu Sans"/>
                <a:ea typeface="DejaVu Sans"/>
                <a:cs typeface="DejaVu Sans"/>
              </a:defRPr>
            </a:lvl3pPr>
            <a:lvl4pPr>
              <a:defRPr sz="1650" b="0">
                <a:solidFill>
                  <a:srgbClr val="102A38"/>
                </a:solidFill>
                <a:latin typeface="DejaVu Sans"/>
                <a:ea typeface="DejaVu Sans"/>
                <a:cs typeface="DejaVu Sans"/>
              </a:defRPr>
            </a:lvl4pPr>
            <a:lvl5pPr>
              <a:defRPr sz="1650" b="0">
                <a:solidFill>
                  <a:srgbClr val="102A38"/>
                </a:solidFill>
                <a:latin typeface="DejaVu Sans"/>
                <a:ea typeface="DejaVu Sans"/>
                <a:cs typeface="DejaVu Sans"/>
              </a:defRPr>
            </a:lvl5pPr>
            <a:lvl6pPr>
              <a:defRPr sz="1650" b="0">
                <a:solidFill>
                  <a:srgbClr val="102A38"/>
                </a:solidFill>
                <a:latin typeface="DejaVu Sans"/>
                <a:ea typeface="DejaVu Sans"/>
                <a:cs typeface="DejaVu Sans"/>
              </a:defRPr>
            </a:lvl6pPr>
            <a:lvl7pPr>
              <a:defRPr sz="1650" b="0">
                <a:solidFill>
                  <a:srgbClr val="102A38"/>
                </a:solidFill>
                <a:latin typeface="DejaVu Sans"/>
                <a:ea typeface="DejaVu Sans"/>
                <a:cs typeface="DejaVu Sans"/>
              </a:defRPr>
            </a:lvl7pPr>
            <a:lvl8pPr>
              <a:defRPr sz="1650" b="0">
                <a:solidFill>
                  <a:srgbClr val="102A38"/>
                </a:solidFill>
                <a:latin typeface="DejaVu Sans"/>
                <a:ea typeface="DejaVu Sans"/>
                <a:cs typeface="DejaVu Sans"/>
              </a:defRPr>
            </a:lvl8pPr>
            <a:lvl9pPr>
              <a:defRPr sz="1650" b="0">
                <a:solidFill>
                  <a:srgbClr val="102A38"/>
                </a:solidFill>
                <a:latin typeface="DejaVu Sans"/>
                <a:ea typeface="DejaVu Sans"/>
                <a:cs typeface="DejaVu Sans"/>
              </a:defRPr>
            </a:lvl9pPr>
          </a:lstStyle>
          <a:p xmlns:a="http://schemas.openxmlformats.org/drawingml/2006/main">
            <a:pPr>
              <a:defRPr sz="1650" b="0">
                <a:solidFill>
                  <a:srgbClr val="102A38"/>
                </a:solidFill>
                <a:latin typeface="DejaVu Sans"/>
                <a:ea typeface="DejaVu Sans"/>
                <a:cs typeface="DejaVu Sans"/>
              </a:defRPr>
            </a:pPr>
            <a:r>
              <a:rPr sz="1650" b="0">
                <a:solidFill>
                  <a:srgbClr val="102A38"/>
                </a:solidFill>
                <a:latin typeface="DejaVu Sans"/>
                <a:ea typeface="DejaVu Sans"/>
                <a:cs typeface="DejaVu Sans"/>
              </a:rPr>
              <a:t>Buat AVD, pilih image sistem, lalu jalankan aplikasi.</a:t>
            </a:r>
          </a:p>
        </p:txBody>
      </p:sp>
      <p:sp>
        <p:nvSpPr>
          <p:cNvPr id="8" name="text-6">
            <a:extLst xmlns:a="http://schemas.openxmlformats.org/drawingml/2006/main">
              <a:ext uri="{FF2B5EF4-FFF2-40B4-BE49-F238E27FC236}">
                <a16:creationId xmlns:a16="http://schemas.microsoft.com/office/drawing/2014/main" id="{46F2C63A-968E-45C2-9E8C-16385B2193DF}"/>
              </a:ext>
            </a:extLst>
          </p:cNvPr>
          <p:cNvSpPr>
            <a:spLocks xmlns:a="http://schemas.openxmlformats.org/drawingml/2006/main" noGrp="1"/>
          </p:cNvSpPr>
          <p:nvPr/>
        </p:nvSpPr>
        <p:spPr>
          <a:xfrm xmlns:a="http://schemas.openxmlformats.org/drawingml/2006/main">
            <a:off x="6343650" y="5476875"/>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Uji di ponsel</a:t>
            </a:r>
          </a:p>
        </p:txBody>
      </p:sp>
      <p:sp>
        <p:nvSpPr>
          <p:cNvPr id="9" name="text-7">
            <a:extLst xmlns:a="http://schemas.openxmlformats.org/drawingml/2006/main">
              <a:ext uri="{FF2B5EF4-FFF2-40B4-BE49-F238E27FC236}">
                <a16:creationId xmlns:a16="http://schemas.microsoft.com/office/drawing/2014/main" id="{E64C143C-6CB5-4BA8-8CBA-0AEA7DC0013C}"/>
              </a:ext>
            </a:extLst>
          </p:cNvPr>
          <p:cNvSpPr>
            <a:spLocks xmlns:a="http://schemas.openxmlformats.org/drawingml/2006/main" noGrp="1"/>
          </p:cNvSpPr>
          <p:nvPr/>
        </p:nvSpPr>
        <p:spPr>
          <a:xfrm xmlns:a="http://schemas.openxmlformats.org/drawingml/2006/main">
            <a:off x="6343650" y="5943600"/>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02A38"/>
                </a:solidFill>
                <a:latin typeface="DejaVu Sans"/>
                <a:ea typeface="DejaVu Sans"/>
                <a:cs typeface="DejaVu Sans"/>
              </a:defRPr>
            </a:defPPr>
            <a:lvl1pPr>
              <a:defRPr sz="1650" b="0">
                <a:solidFill>
                  <a:srgbClr val="102A38"/>
                </a:solidFill>
                <a:latin typeface="DejaVu Sans"/>
                <a:ea typeface="DejaVu Sans"/>
                <a:cs typeface="DejaVu Sans"/>
              </a:defRPr>
            </a:lvl1pPr>
            <a:lvl2pPr>
              <a:defRPr sz="1650" b="0">
                <a:solidFill>
                  <a:srgbClr val="102A38"/>
                </a:solidFill>
                <a:latin typeface="DejaVu Sans"/>
                <a:ea typeface="DejaVu Sans"/>
                <a:cs typeface="DejaVu Sans"/>
              </a:defRPr>
            </a:lvl2pPr>
            <a:lvl3pPr>
              <a:defRPr sz="1650" b="0">
                <a:solidFill>
                  <a:srgbClr val="102A38"/>
                </a:solidFill>
                <a:latin typeface="DejaVu Sans"/>
                <a:ea typeface="DejaVu Sans"/>
                <a:cs typeface="DejaVu Sans"/>
              </a:defRPr>
            </a:lvl3pPr>
            <a:lvl4pPr>
              <a:defRPr sz="1650" b="0">
                <a:solidFill>
                  <a:srgbClr val="102A38"/>
                </a:solidFill>
                <a:latin typeface="DejaVu Sans"/>
                <a:ea typeface="DejaVu Sans"/>
                <a:cs typeface="DejaVu Sans"/>
              </a:defRPr>
            </a:lvl4pPr>
            <a:lvl5pPr>
              <a:defRPr sz="1650" b="0">
                <a:solidFill>
                  <a:srgbClr val="102A38"/>
                </a:solidFill>
                <a:latin typeface="DejaVu Sans"/>
                <a:ea typeface="DejaVu Sans"/>
                <a:cs typeface="DejaVu Sans"/>
              </a:defRPr>
            </a:lvl5pPr>
            <a:lvl6pPr>
              <a:defRPr sz="1650" b="0">
                <a:solidFill>
                  <a:srgbClr val="102A38"/>
                </a:solidFill>
                <a:latin typeface="DejaVu Sans"/>
                <a:ea typeface="DejaVu Sans"/>
                <a:cs typeface="DejaVu Sans"/>
              </a:defRPr>
            </a:lvl6pPr>
            <a:lvl7pPr>
              <a:defRPr sz="1650" b="0">
                <a:solidFill>
                  <a:srgbClr val="102A38"/>
                </a:solidFill>
                <a:latin typeface="DejaVu Sans"/>
                <a:ea typeface="DejaVu Sans"/>
                <a:cs typeface="DejaVu Sans"/>
              </a:defRPr>
            </a:lvl7pPr>
            <a:lvl8pPr>
              <a:defRPr sz="1650" b="0">
                <a:solidFill>
                  <a:srgbClr val="102A38"/>
                </a:solidFill>
                <a:latin typeface="DejaVu Sans"/>
                <a:ea typeface="DejaVu Sans"/>
                <a:cs typeface="DejaVu Sans"/>
              </a:defRPr>
            </a:lvl8pPr>
            <a:lvl9pPr>
              <a:defRPr sz="1650" b="0">
                <a:solidFill>
                  <a:srgbClr val="102A38"/>
                </a:solidFill>
                <a:latin typeface="DejaVu Sans"/>
                <a:ea typeface="DejaVu Sans"/>
                <a:cs typeface="DejaVu Sans"/>
              </a:defRPr>
            </a:lvl9pPr>
          </a:lstStyle>
          <a:p xmlns:a="http://schemas.openxmlformats.org/drawingml/2006/main">
            <a:pPr>
              <a:defRPr sz="1650" b="0">
                <a:solidFill>
                  <a:srgbClr val="102A38"/>
                </a:solidFill>
                <a:latin typeface="DejaVu Sans"/>
                <a:ea typeface="DejaVu Sans"/>
                <a:cs typeface="DejaVu Sans"/>
              </a:defRPr>
            </a:pPr>
            <a:r>
              <a:rPr sz="1650" b="0">
                <a:solidFill>
                  <a:srgbClr val="102A38"/>
                </a:solidFill>
                <a:latin typeface="DejaVu Sans"/>
                <a:ea typeface="DejaVu Sans"/>
                <a:cs typeface="DejaVu Sans"/>
              </a:rPr>
              <a:t>Aktifkan USB debugging dan sambungkan perangkat.</a:t>
            </a:r>
          </a:p>
        </p:txBody>
      </p:sp>
    </p:spTree>
    <p:extLst>
      <p:ext uri="{BB962C8B-B14F-4D97-AF65-F5344CB8AC3E}">
        <p14:creationId xmlns:p14="http://schemas.microsoft.com/office/powerpoint/2010/main" val="1277821945"/>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C747AF8-8356-4512-9DC6-E08CCE83832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02 / KOMPONEN DASAR</a:t>
            </a:r>
          </a:p>
        </p:txBody>
      </p:sp>
      <p:sp>
        <p:nvSpPr>
          <p:cNvPr id="2" name="slide-title">
            <a:extLst xmlns:a="http://schemas.openxmlformats.org/drawingml/2006/main">
              <a:ext uri="{FF2B5EF4-FFF2-40B4-BE49-F238E27FC236}">
                <a16:creationId xmlns:a16="http://schemas.microsoft.com/office/drawing/2014/main" id="{D6F5967F-A4DA-463D-BA57-56E10AA61425}"/>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Activity mengelola layar dan interaksi</a:t>
            </a:r>
          </a:p>
        </p:txBody>
      </p:sp>
      <p:sp>
        <p:nvSpPr>
          <p:cNvPr id="3" name="text-2">
            <a:extLst xmlns:a="http://schemas.openxmlformats.org/drawingml/2006/main">
              <a:ext uri="{FF2B5EF4-FFF2-40B4-BE49-F238E27FC236}">
                <a16:creationId xmlns:a16="http://schemas.microsoft.com/office/drawing/2014/main" id="{1AC8ED94-4C91-41DC-B8C1-61FA0D6D064E}"/>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2, hlm. PDF 4–11</a:t>
            </a:r>
          </a:p>
        </p:txBody>
      </p:sp>
      <p:sp>
        <p:nvSpPr>
          <p:cNvPr id="4" name="text-3">
            <a:extLst xmlns:a="http://schemas.openxmlformats.org/drawingml/2006/main">
              <a:ext uri="{FF2B5EF4-FFF2-40B4-BE49-F238E27FC236}">
                <a16:creationId xmlns:a16="http://schemas.microsoft.com/office/drawing/2014/main" id="{68F9A471-7E60-4519-B68E-0AAD9BF6F0DC}"/>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07</a:t>
            </a:r>
          </a:p>
        </p:txBody>
      </p:sp>
      <p:sp>
        <p:nvSpPr>
          <p:cNvPr id="5" name="text-4">
            <a:extLst xmlns:a="http://schemas.openxmlformats.org/drawingml/2006/main">
              <a:ext uri="{FF2B5EF4-FFF2-40B4-BE49-F238E27FC236}">
                <a16:creationId xmlns:a16="http://schemas.microsoft.com/office/drawing/2014/main" id="{CF7E6D23-C018-4584-B9F8-0DC0664BE6A3}"/>
              </a:ext>
            </a:extLst>
          </p:cNvPr>
          <p:cNvSpPr>
            <a:spLocks xmlns:a="http://schemas.openxmlformats.org/drawingml/2006/main" noGrp="1"/>
          </p:cNvSpPr>
          <p:nvPr/>
        </p:nvSpPr>
        <p:spPr>
          <a:xfrm xmlns:a="http://schemas.openxmlformats.org/drawingml/2006/main">
            <a:off x="609600" y="2028825"/>
            <a:ext cx="49530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4650" b="1">
                <a:solidFill>
                  <a:srgbClr val="7DE2BA"/>
                </a:solidFill>
                <a:latin typeface="DejaVu Sans"/>
                <a:ea typeface="DejaVu Sans"/>
                <a:cs typeface="DejaVu Sans"/>
              </a:defRPr>
            </a:defPPr>
            <a:lvl1pPr>
              <a:defRPr sz="4650" b="1">
                <a:solidFill>
                  <a:srgbClr val="7DE2BA"/>
                </a:solidFill>
                <a:latin typeface="DejaVu Sans"/>
                <a:ea typeface="DejaVu Sans"/>
                <a:cs typeface="DejaVu Sans"/>
              </a:defRPr>
            </a:lvl1pPr>
            <a:lvl2pPr>
              <a:defRPr sz="4650" b="1">
                <a:solidFill>
                  <a:srgbClr val="7DE2BA"/>
                </a:solidFill>
                <a:latin typeface="DejaVu Sans"/>
                <a:ea typeface="DejaVu Sans"/>
                <a:cs typeface="DejaVu Sans"/>
              </a:defRPr>
            </a:lvl2pPr>
            <a:lvl3pPr>
              <a:defRPr sz="4650" b="1">
                <a:solidFill>
                  <a:srgbClr val="7DE2BA"/>
                </a:solidFill>
                <a:latin typeface="DejaVu Sans"/>
                <a:ea typeface="DejaVu Sans"/>
                <a:cs typeface="DejaVu Sans"/>
              </a:defRPr>
            </a:lvl3pPr>
            <a:lvl4pPr>
              <a:defRPr sz="4650" b="1">
                <a:solidFill>
                  <a:srgbClr val="7DE2BA"/>
                </a:solidFill>
                <a:latin typeface="DejaVu Sans"/>
                <a:ea typeface="DejaVu Sans"/>
                <a:cs typeface="DejaVu Sans"/>
              </a:defRPr>
            </a:lvl4pPr>
            <a:lvl5pPr>
              <a:defRPr sz="4650" b="1">
                <a:solidFill>
                  <a:srgbClr val="7DE2BA"/>
                </a:solidFill>
                <a:latin typeface="DejaVu Sans"/>
                <a:ea typeface="DejaVu Sans"/>
                <a:cs typeface="DejaVu Sans"/>
              </a:defRPr>
            </a:lvl5pPr>
            <a:lvl6pPr>
              <a:defRPr sz="4650" b="1">
                <a:solidFill>
                  <a:srgbClr val="7DE2BA"/>
                </a:solidFill>
                <a:latin typeface="DejaVu Sans"/>
                <a:ea typeface="DejaVu Sans"/>
                <a:cs typeface="DejaVu Sans"/>
              </a:defRPr>
            </a:lvl6pPr>
            <a:lvl7pPr>
              <a:defRPr sz="4650" b="1">
                <a:solidFill>
                  <a:srgbClr val="7DE2BA"/>
                </a:solidFill>
                <a:latin typeface="DejaVu Sans"/>
                <a:ea typeface="DejaVu Sans"/>
                <a:cs typeface="DejaVu Sans"/>
              </a:defRPr>
            </a:lvl7pPr>
            <a:lvl8pPr>
              <a:defRPr sz="4650" b="1">
                <a:solidFill>
                  <a:srgbClr val="7DE2BA"/>
                </a:solidFill>
                <a:latin typeface="DejaVu Sans"/>
                <a:ea typeface="DejaVu Sans"/>
                <a:cs typeface="DejaVu Sans"/>
              </a:defRPr>
            </a:lvl8pPr>
            <a:lvl9pPr>
              <a:defRPr sz="4650" b="1">
                <a:solidFill>
                  <a:srgbClr val="7DE2BA"/>
                </a:solidFill>
                <a:latin typeface="DejaVu Sans"/>
                <a:ea typeface="DejaVu Sans"/>
                <a:cs typeface="DejaVu Sans"/>
              </a:defRPr>
            </a:lvl9pPr>
          </a:lstStyle>
          <a:p xmlns:a="http://schemas.openxmlformats.org/drawingml/2006/main">
            <a:pPr>
              <a:defRPr sz="4650" b="1">
                <a:solidFill>
                  <a:srgbClr val="7DE2BA"/>
                </a:solidFill>
                <a:latin typeface="DejaVu Sans"/>
                <a:ea typeface="DejaVu Sans"/>
                <a:cs typeface="DejaVu Sans"/>
              </a:defRPr>
            </a:pPr>
            <a:r>
              <a:rPr sz="4650" b="1">
                <a:solidFill>
                  <a:srgbClr val="7DE2BA"/>
                </a:solidFill>
                <a:latin typeface="DejaVu Sans"/>
                <a:ea typeface="DejaVu Sans"/>
                <a:cs typeface="DejaVu Sans"/>
              </a:rPr>
              <a:t>Activity</a:t>
            </a:r>
          </a:p>
        </p:txBody>
      </p:sp>
      <p:sp>
        <p:nvSpPr>
          <p:cNvPr id="6" name="text-5">
            <a:extLst xmlns:a="http://schemas.openxmlformats.org/drawingml/2006/main">
              <a:ext uri="{FF2B5EF4-FFF2-40B4-BE49-F238E27FC236}">
                <a16:creationId xmlns:a16="http://schemas.microsoft.com/office/drawing/2014/main" id="{E20074E8-4D63-4187-9591-7A8FA333B7C3}"/>
              </a:ext>
            </a:extLst>
          </p:cNvPr>
          <p:cNvSpPr>
            <a:spLocks xmlns:a="http://schemas.openxmlformats.org/drawingml/2006/main" noGrp="1"/>
          </p:cNvSpPr>
          <p:nvPr/>
        </p:nvSpPr>
        <p:spPr>
          <a:xfrm xmlns:a="http://schemas.openxmlformats.org/drawingml/2006/main">
            <a:off x="609600" y="3067050"/>
            <a:ext cx="4810125"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Menampilkan antarmuka serta merespons klik, input teks, dan aksi pengguna.</a:t>
            </a:r>
          </a:p>
        </p:txBody>
      </p:sp>
      <p:sp>
        <p:nvSpPr>
          <p:cNvPr id="7" name="text-6">
            <a:extLst xmlns:a="http://schemas.openxmlformats.org/drawingml/2006/main">
              <a:ext uri="{FF2B5EF4-FFF2-40B4-BE49-F238E27FC236}">
                <a16:creationId xmlns:a16="http://schemas.microsoft.com/office/drawing/2014/main" id="{6E6346C5-531F-4223-BDB8-37197D878283}"/>
              </a:ext>
            </a:extLst>
          </p:cNvPr>
          <p:cNvSpPr>
            <a:spLocks xmlns:a="http://schemas.openxmlformats.org/drawingml/2006/main" noGrp="1"/>
          </p:cNvSpPr>
          <p:nvPr/>
        </p:nvSpPr>
        <p:spPr>
          <a:xfrm xmlns:a="http://schemas.openxmlformats.org/drawingml/2006/main">
            <a:off x="5991225" y="2209800"/>
            <a:ext cx="5572125" cy="2486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7DE2BA"/>
                </a:solidFill>
                <a:latin typeface="DejaVu Sans Mono"/>
                <a:ea typeface="DejaVu Sans Mono"/>
                <a:cs typeface="DejaVu Sans Mono"/>
              </a:defRPr>
            </a:defPPr>
            <a:lvl1pPr>
              <a:defRPr sz="1650" b="0">
                <a:solidFill>
                  <a:srgbClr val="7DE2BA"/>
                </a:solidFill>
                <a:latin typeface="DejaVu Sans Mono"/>
                <a:ea typeface="DejaVu Sans Mono"/>
                <a:cs typeface="DejaVu Sans Mono"/>
              </a:defRPr>
            </a:lvl1pPr>
            <a:lvl2pPr>
              <a:defRPr sz="1650" b="0">
                <a:solidFill>
                  <a:srgbClr val="7DE2BA"/>
                </a:solidFill>
                <a:latin typeface="DejaVu Sans Mono"/>
                <a:ea typeface="DejaVu Sans Mono"/>
                <a:cs typeface="DejaVu Sans Mono"/>
              </a:defRPr>
            </a:lvl2pPr>
            <a:lvl3pPr>
              <a:defRPr sz="1650" b="0">
                <a:solidFill>
                  <a:srgbClr val="7DE2BA"/>
                </a:solidFill>
                <a:latin typeface="DejaVu Sans Mono"/>
                <a:ea typeface="DejaVu Sans Mono"/>
                <a:cs typeface="DejaVu Sans Mono"/>
              </a:defRPr>
            </a:lvl3pPr>
            <a:lvl4pPr>
              <a:defRPr sz="1650" b="0">
                <a:solidFill>
                  <a:srgbClr val="7DE2BA"/>
                </a:solidFill>
                <a:latin typeface="DejaVu Sans Mono"/>
                <a:ea typeface="DejaVu Sans Mono"/>
                <a:cs typeface="DejaVu Sans Mono"/>
              </a:defRPr>
            </a:lvl4pPr>
            <a:lvl5pPr>
              <a:defRPr sz="1650" b="0">
                <a:solidFill>
                  <a:srgbClr val="7DE2BA"/>
                </a:solidFill>
                <a:latin typeface="DejaVu Sans Mono"/>
                <a:ea typeface="DejaVu Sans Mono"/>
                <a:cs typeface="DejaVu Sans Mono"/>
              </a:defRPr>
            </a:lvl5pPr>
            <a:lvl6pPr>
              <a:defRPr sz="1650" b="0">
                <a:solidFill>
                  <a:srgbClr val="7DE2BA"/>
                </a:solidFill>
                <a:latin typeface="DejaVu Sans Mono"/>
                <a:ea typeface="DejaVu Sans Mono"/>
                <a:cs typeface="DejaVu Sans Mono"/>
              </a:defRPr>
            </a:lvl6pPr>
            <a:lvl7pPr>
              <a:defRPr sz="1650" b="0">
                <a:solidFill>
                  <a:srgbClr val="7DE2BA"/>
                </a:solidFill>
                <a:latin typeface="DejaVu Sans Mono"/>
                <a:ea typeface="DejaVu Sans Mono"/>
                <a:cs typeface="DejaVu Sans Mono"/>
              </a:defRPr>
            </a:lvl7pPr>
            <a:lvl8pPr>
              <a:defRPr sz="1650" b="0">
                <a:solidFill>
                  <a:srgbClr val="7DE2BA"/>
                </a:solidFill>
                <a:latin typeface="DejaVu Sans Mono"/>
                <a:ea typeface="DejaVu Sans Mono"/>
                <a:cs typeface="DejaVu Sans Mono"/>
              </a:defRPr>
            </a:lvl8pPr>
            <a:lvl9pPr>
              <a:defRPr sz="1650" b="0">
                <a:solidFill>
                  <a:srgbClr val="7DE2BA"/>
                </a:solidFill>
                <a:latin typeface="DejaVu Sans Mono"/>
                <a:ea typeface="DejaVu Sans Mono"/>
                <a:cs typeface="DejaVu Sans Mono"/>
              </a:defRPr>
            </a:lvl9pPr>
          </a:lstStyle>
          <a:p xmlns:a="http://schemas.openxmlformats.org/drawingml/2006/main">
            <a:pPr>
              <a:defRPr sz="1650" b="0">
                <a:solidFill>
                  <a:srgbClr val="7DE2BA"/>
                </a:solidFill>
                <a:latin typeface="DejaVu Sans Mono"/>
                <a:ea typeface="DejaVu Sans Mono"/>
                <a:cs typeface="DejaVu Sans Mono"/>
              </a:defRPr>
            </a:pPr>
            <a:r>
              <a:rPr sz="1650" b="0">
                <a:solidFill>
                  <a:srgbClr val="7DE2BA"/>
                </a:solidFill>
                <a:latin typeface="DejaVu Sans Mono"/>
                <a:ea typeface="DejaVu Sans Mono"/>
                <a:cs typeface="DejaVu Sans Mono"/>
              </a:rPr>
              <a:t>@Override</a:t>
            </a:r>
          </a:p>
          <a:p xmlns:a="http://schemas.openxmlformats.org/drawingml/2006/main">
            <a:pPr>
              <a:defRPr sz="1650" b="0">
                <a:solidFill>
                  <a:srgbClr val="7DE2BA"/>
                </a:solidFill>
                <a:latin typeface="DejaVu Sans Mono"/>
                <a:ea typeface="DejaVu Sans Mono"/>
                <a:cs typeface="DejaVu Sans Mono"/>
              </a:defRPr>
            </a:pPr>
            <a:r>
              <a:rPr sz="1650" b="0">
                <a:solidFill>
                  <a:srgbClr val="7DE2BA"/>
                </a:solidFill>
                <a:latin typeface="DejaVu Sans Mono"/>
                <a:ea typeface="DejaVu Sans Mono"/>
                <a:cs typeface="DejaVu Sans Mono"/>
              </a:rPr>
              <a:t>protected void onCreate(Bundle state) {</a:t>
            </a:r>
          </a:p>
          <a:p xmlns:a="http://schemas.openxmlformats.org/drawingml/2006/main">
            <a:pPr>
              <a:defRPr sz="1650" b="0">
                <a:solidFill>
                  <a:srgbClr val="7DE2BA"/>
                </a:solidFill>
                <a:latin typeface="DejaVu Sans Mono"/>
                <a:ea typeface="DejaVu Sans Mono"/>
                <a:cs typeface="DejaVu Sans Mono"/>
              </a:defRPr>
            </a:pPr>
            <a:r>
              <a:rPr sz="1650" b="0">
                <a:solidFill>
                  <a:srgbClr val="7DE2BA"/>
                </a:solidFill>
                <a:latin typeface="DejaVu Sans Mono"/>
                <a:ea typeface="DejaVu Sans Mono"/>
                <a:cs typeface="DejaVu Sans Mono"/>
              </a:rPr>
              <a:t>    super.onCreate(state);</a:t>
            </a:r>
          </a:p>
          <a:p xmlns:a="http://schemas.openxmlformats.org/drawingml/2006/main">
            <a:pPr>
              <a:defRPr sz="1650" b="0">
                <a:solidFill>
                  <a:srgbClr val="7DE2BA"/>
                </a:solidFill>
                <a:latin typeface="DejaVu Sans Mono"/>
                <a:ea typeface="DejaVu Sans Mono"/>
                <a:cs typeface="DejaVu Sans Mono"/>
              </a:defRPr>
            </a:pPr>
            <a:r>
              <a:rPr sz="1650" b="0">
                <a:solidFill>
                  <a:srgbClr val="7DE2BA"/>
                </a:solidFill>
                <a:latin typeface="DejaVu Sans Mono"/>
                <a:ea typeface="DejaVu Sans Mono"/>
                <a:cs typeface="DejaVu Sans Mono"/>
              </a:rPr>
              <a:t>    setContentView(</a:t>
            </a:r>
          </a:p>
          <a:p xmlns:a="http://schemas.openxmlformats.org/drawingml/2006/main">
            <a:pPr>
              <a:defRPr sz="1650" b="0">
                <a:solidFill>
                  <a:srgbClr val="7DE2BA"/>
                </a:solidFill>
                <a:latin typeface="DejaVu Sans Mono"/>
                <a:ea typeface="DejaVu Sans Mono"/>
                <a:cs typeface="DejaVu Sans Mono"/>
              </a:defRPr>
            </a:pPr>
            <a:r>
              <a:rPr sz="1650" b="0">
                <a:solidFill>
                  <a:srgbClr val="7DE2BA"/>
                </a:solidFill>
                <a:latin typeface="DejaVu Sans Mono"/>
                <a:ea typeface="DejaVu Sans Mono"/>
                <a:cs typeface="DejaVu Sans Mono"/>
              </a:rPr>
              <a:t>        R.layout.activity_main);</a:t>
            </a:r>
          </a:p>
          <a:p xmlns:a="http://schemas.openxmlformats.org/drawingml/2006/main">
            <a:pPr>
              <a:defRPr sz="1650" b="0">
                <a:solidFill>
                  <a:srgbClr val="7DE2BA"/>
                </a:solidFill>
                <a:latin typeface="DejaVu Sans Mono"/>
                <a:ea typeface="DejaVu Sans Mono"/>
                <a:cs typeface="DejaVu Sans Mono"/>
              </a:defRPr>
            </a:pPr>
            <a:r>
              <a:rPr sz="1650" b="0">
                <a:solidFill>
                  <a:srgbClr val="7DE2BA"/>
                </a:solidFill>
                <a:latin typeface="DejaVu Sans Mono"/>
                <a:ea typeface="DejaVu Sans Mono"/>
                <a:cs typeface="DejaVu Sans Mono"/>
              </a:rPr>
              <a:t>}</a:t>
            </a:r>
          </a:p>
        </p:txBody>
      </p:sp>
      <p:sp>
        <p:nvSpPr>
          <p:cNvPr id="8" name="text-7">
            <a:extLst xmlns:a="http://schemas.openxmlformats.org/drawingml/2006/main">
              <a:ext uri="{FF2B5EF4-FFF2-40B4-BE49-F238E27FC236}">
                <a16:creationId xmlns:a16="http://schemas.microsoft.com/office/drawing/2014/main" id="{24374CDF-B7A7-4A5B-A2CE-1904C75D779F}"/>
              </a:ext>
            </a:extLst>
          </p:cNvPr>
          <p:cNvSpPr>
            <a:spLocks xmlns:a="http://schemas.openxmlformats.org/drawingml/2006/main" noGrp="1"/>
          </p:cNvSpPr>
          <p:nvPr/>
        </p:nvSpPr>
        <p:spPr>
          <a:xfrm xmlns:a="http://schemas.openxmlformats.org/drawingml/2006/main">
            <a:off x="5991225" y="5076825"/>
            <a:ext cx="54768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DCDD3"/>
                </a:solidFill>
                <a:latin typeface="DejaVu Sans"/>
                <a:ea typeface="DejaVu Sans"/>
                <a:cs typeface="DejaVu Sans"/>
              </a:defRPr>
            </a:defPPr>
            <a:lvl1pPr>
              <a:defRPr sz="1800" b="0">
                <a:solidFill>
                  <a:srgbClr val="BDCDD3"/>
                </a:solidFill>
                <a:latin typeface="DejaVu Sans"/>
                <a:ea typeface="DejaVu Sans"/>
                <a:cs typeface="DejaVu Sans"/>
              </a:defRPr>
            </a:lvl1pPr>
            <a:lvl2pPr>
              <a:defRPr sz="1800" b="0">
                <a:solidFill>
                  <a:srgbClr val="BDCDD3"/>
                </a:solidFill>
                <a:latin typeface="DejaVu Sans"/>
                <a:ea typeface="DejaVu Sans"/>
                <a:cs typeface="DejaVu Sans"/>
              </a:defRPr>
            </a:lvl2pPr>
            <a:lvl3pPr>
              <a:defRPr sz="1800" b="0">
                <a:solidFill>
                  <a:srgbClr val="BDCDD3"/>
                </a:solidFill>
                <a:latin typeface="DejaVu Sans"/>
                <a:ea typeface="DejaVu Sans"/>
                <a:cs typeface="DejaVu Sans"/>
              </a:defRPr>
            </a:lvl3pPr>
            <a:lvl4pPr>
              <a:defRPr sz="1800" b="0">
                <a:solidFill>
                  <a:srgbClr val="BDCDD3"/>
                </a:solidFill>
                <a:latin typeface="DejaVu Sans"/>
                <a:ea typeface="DejaVu Sans"/>
                <a:cs typeface="DejaVu Sans"/>
              </a:defRPr>
            </a:lvl4pPr>
            <a:lvl5pPr>
              <a:defRPr sz="1800" b="0">
                <a:solidFill>
                  <a:srgbClr val="BDCDD3"/>
                </a:solidFill>
                <a:latin typeface="DejaVu Sans"/>
                <a:ea typeface="DejaVu Sans"/>
                <a:cs typeface="DejaVu Sans"/>
              </a:defRPr>
            </a:lvl5pPr>
            <a:lvl6pPr>
              <a:defRPr sz="1800" b="0">
                <a:solidFill>
                  <a:srgbClr val="BDCDD3"/>
                </a:solidFill>
                <a:latin typeface="DejaVu Sans"/>
                <a:ea typeface="DejaVu Sans"/>
                <a:cs typeface="DejaVu Sans"/>
              </a:defRPr>
            </a:lvl6pPr>
            <a:lvl7pPr>
              <a:defRPr sz="1800" b="0">
                <a:solidFill>
                  <a:srgbClr val="BDCDD3"/>
                </a:solidFill>
                <a:latin typeface="DejaVu Sans"/>
                <a:ea typeface="DejaVu Sans"/>
                <a:cs typeface="DejaVu Sans"/>
              </a:defRPr>
            </a:lvl7pPr>
            <a:lvl8pPr>
              <a:defRPr sz="1800" b="0">
                <a:solidFill>
                  <a:srgbClr val="BDCDD3"/>
                </a:solidFill>
                <a:latin typeface="DejaVu Sans"/>
                <a:ea typeface="DejaVu Sans"/>
                <a:cs typeface="DejaVu Sans"/>
              </a:defRPr>
            </a:lvl8pPr>
            <a:lvl9pPr>
              <a:defRPr sz="1800" b="0">
                <a:solidFill>
                  <a:srgbClr val="BDCDD3"/>
                </a:solidFill>
                <a:latin typeface="DejaVu Sans"/>
                <a:ea typeface="DejaVu Sans"/>
                <a:cs typeface="DejaVu Sans"/>
              </a:defRPr>
            </a:lvl9pPr>
          </a:lstStyle>
          <a:p xmlns:a="http://schemas.openxmlformats.org/drawingml/2006/main">
            <a:pPr>
              <a:defRPr sz="1800" b="0">
                <a:solidFill>
                  <a:srgbClr val="BDCDD3"/>
                </a:solidFill>
                <a:latin typeface="DejaVu Sans"/>
                <a:ea typeface="DejaVu Sans"/>
                <a:cs typeface="DejaVu Sans"/>
              </a:defRPr>
            </a:pPr>
            <a:r>
              <a:rPr sz="1800" b="0">
                <a:solidFill>
                  <a:srgbClr val="BDCDD3"/>
                </a:solidFill>
                <a:latin typeface="DejaVu Sans"/>
                <a:ea typeface="DejaVu Sans"/>
                <a:cs typeface="DejaVu Sans"/>
              </a:rPr>
              <a:t>Layout XML membentuk tampilan. Kelas Activity menghubungkannya melalui setContentView().</a:t>
            </a:r>
          </a:p>
        </p:txBody>
      </p:sp>
    </p:spTree>
    <p:extLst>
      <p:ext uri="{BB962C8B-B14F-4D97-AF65-F5344CB8AC3E}">
        <p14:creationId xmlns:p14="http://schemas.microsoft.com/office/powerpoint/2010/main" val="2119442534"/>
      </p:ext>
    </p:extLst>
  </p:cSld>
</p:sld>
</file>

<file path=ppt/slides/slide8.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53C0B33-1D61-4ABD-BB0A-94CE9012C694}"/>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02 / KOMPONEN DASAR</a:t>
            </a:r>
          </a:p>
        </p:txBody>
      </p:sp>
      <p:sp>
        <p:nvSpPr>
          <p:cNvPr id="2" name="slide-title">
            <a:extLst xmlns:a="http://schemas.openxmlformats.org/drawingml/2006/main">
              <a:ext uri="{FF2B5EF4-FFF2-40B4-BE49-F238E27FC236}">
                <a16:creationId xmlns:a16="http://schemas.microsoft.com/office/drawing/2014/main" id="{EFC1D042-A6AD-478D-9708-5D67F34C552E}"/>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Daur hidup Activity</a:t>
            </a:r>
          </a:p>
        </p:txBody>
      </p:sp>
      <p:sp>
        <p:nvSpPr>
          <p:cNvPr id="3" name="text-2">
            <a:extLst xmlns:a="http://schemas.openxmlformats.org/drawingml/2006/main">
              <a:ext uri="{FF2B5EF4-FFF2-40B4-BE49-F238E27FC236}">
                <a16:creationId xmlns:a16="http://schemas.microsoft.com/office/drawing/2014/main" id="{63435A8B-8D88-4009-9517-1A52B755EFA4}"/>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2, hlm. PDF 6–10. Diagram asli dari modul</a:t>
            </a:r>
          </a:p>
        </p:txBody>
      </p:sp>
      <p:sp>
        <p:nvSpPr>
          <p:cNvPr id="4" name="text-3">
            <a:extLst xmlns:a="http://schemas.openxmlformats.org/drawingml/2006/main">
              <a:ext uri="{FF2B5EF4-FFF2-40B4-BE49-F238E27FC236}">
                <a16:creationId xmlns:a16="http://schemas.microsoft.com/office/drawing/2014/main" id="{7188DCE4-30B7-414E-87D6-DAF5D03D9D9D}"/>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08</a:t>
            </a:r>
          </a:p>
        </p:txBody>
      </p:sp>
      <p:pic>
        <p:nvPicPr>
          <p:cNvPr id="5" name="">
            <a:extLst xmlns:a="http://schemas.openxmlformats.org/drawingml/2006/main">
              <a:ext uri="{FF2B5EF4-FFF2-40B4-BE49-F238E27FC236}">
                <a16:creationId xmlns:a16="http://schemas.microsoft.com/office/drawing/2014/main" id="{76813F9B-7892-4BDE-9F77-234BAD925AB3}"/>
              </a:ext>
            </a:extLst>
          </p:cNvPr>
          <p:cNvPicPr>
            <a:picLocks xmlns:a="http://schemas.openxmlformats.org/drawingml/2006/main" noChangeAspect="1"/>
          </p:cNvPicPr>
          <p:nvPr/>
        </p:nvPicPr>
        <p:blipFill>
          <a:blip xmlns:r="http://schemas.openxmlformats.org/officeDocument/2006/relationships" xmlns:a="http://schemas.openxmlformats.org/drawingml/2006/main" r:embed="R659524fb031b443b"/>
          <a:stretch xmlns:a="http://schemas.openxmlformats.org/drawingml/2006/main"/>
        </p:blipFill>
        <p:spPr>
          <a:xfrm xmlns:a="http://schemas.openxmlformats.org/drawingml/2006/main">
            <a:off x="855841" y="1714500"/>
            <a:ext cx="3508018" cy="4533900"/>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599B6F3E-F7D7-4EBB-BCED-E66DDDBB2A23}"/>
              </a:ext>
            </a:extLst>
          </p:cNvPr>
          <p:cNvGraphicFramePr/>
          <p:nvPr/>
        </p:nvGraphicFramePr>
        <p:xfrm>
          <a:off xmlns:a="http://schemas.openxmlformats.org/drawingml/2006/main" x="5019675" y="1933575"/>
          <a:ext xmlns:a="http://schemas.openxmlformats.org/drawingml/2006/main" cx="6562725" cy="3667125"/>
        </p:xfrm>
        <a:graphic xmlns:a="http://schemas.openxmlformats.org/drawingml/2006/main">
          <a:graphicData uri="http://schemas.openxmlformats.org/drawingml/2006/table">
            <a:tbl>
              <a:tblPr/>
              <a:tblGrid>
                <a:gridCol w="2705100"/>
                <a:gridCol w="3857625"/>
              </a:tblGrid>
              <a:tr h="533400">
                <a:tc>
                  <a:txBody>
                    <a:bodyPr lIns="95250" tIns="95250" rIns="95250" bIns="95250">
                      <a:noAutofit/>
                    </a:bodyPr>
                    <a:lstStyle/>
                    <a:p>
                      <a:r>
                        <a:rPr sz="1650" b="1">
                          <a:solidFill>
                            <a:srgbClr val="FFFFFF"/>
                          </a:solidFill>
                          <a:latin typeface="DejaVu Sans"/>
                          <a:ea typeface="DejaVu Sans"/>
                          <a:cs typeface="DejaVu Sans"/>
                        </a:rPr>
                        <a:t>Callback</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650" b="1">
                          <a:solidFill>
                            <a:srgbClr val="FFFFFF"/>
                          </a:solidFill>
                          <a:latin typeface="DejaVu Sans"/>
                          <a:ea typeface="DejaVu Sans"/>
                          <a:cs typeface="DejaVu Sans"/>
                        </a:rPr>
                        <a:t>Makna ringkas</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626745">
                <a:tc>
                  <a:txBody>
                    <a:bodyPr lIns="95250" tIns="95250" rIns="95250" bIns="95250">
                      <a:noAutofit/>
                    </a:bodyPr>
                    <a:lstStyle/>
                    <a:p>
                      <a:r>
                        <a:rPr sz="1650" b="1">
                          <a:solidFill>
                            <a:srgbClr val="102A38"/>
                          </a:solidFill>
                          <a:latin typeface="DejaVu Sans"/>
                          <a:ea typeface="DejaVu Sans"/>
                          <a:cs typeface="DejaVu Sans"/>
                        </a:rPr>
                        <a:t>onCreate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Inisialisasi Activity</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26745">
                <a:tc>
                  <a:txBody>
                    <a:bodyPr lIns="95250" tIns="95250" rIns="95250" bIns="95250">
                      <a:noAutofit/>
                    </a:bodyPr>
                    <a:lstStyle/>
                    <a:p>
                      <a:r>
                        <a:rPr sz="1650" b="1">
                          <a:solidFill>
                            <a:srgbClr val="102A38"/>
                          </a:solidFill>
                          <a:latin typeface="DejaVu Sans"/>
                          <a:ea typeface="DejaVu Sans"/>
                          <a:cs typeface="DejaVu Sans"/>
                        </a:rPr>
                        <a:t>onStart / onResume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Terlihat / siap berinteraksi</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26745">
                <a:tc>
                  <a:txBody>
                    <a:bodyPr lIns="95250" tIns="95250" rIns="95250" bIns="95250">
                      <a:noAutofit/>
                    </a:bodyPr>
                    <a:lstStyle/>
                    <a:p>
                      <a:r>
                        <a:rPr sz="1650" b="1">
                          <a:solidFill>
                            <a:srgbClr val="102A38"/>
                          </a:solidFill>
                          <a:latin typeface="DejaVu Sans"/>
                          <a:ea typeface="DejaVu Sans"/>
                          <a:cs typeface="DejaVu Sans"/>
                        </a:rPr>
                        <a:t>onPause / onStop</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Kehilangan fokus / tidak terlihat</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26745">
                <a:tc>
                  <a:txBody>
                    <a:bodyPr lIns="95250" tIns="95250" rIns="95250" bIns="95250">
                      <a:noAutofit/>
                    </a:bodyPr>
                    <a:lstStyle/>
                    <a:p>
                      <a:r>
                        <a:rPr sz="1650" b="1">
                          <a:solidFill>
                            <a:srgbClr val="102A38"/>
                          </a:solidFill>
                          <a:latin typeface="DejaVu Sans"/>
                          <a:ea typeface="DejaVu Sans"/>
                          <a:cs typeface="DejaVu Sans"/>
                        </a:rPr>
                        <a:t>onRestart</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Kembali setelah berhenti</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26745">
                <a:tc>
                  <a:txBody>
                    <a:bodyPr lIns="95250" tIns="95250" rIns="95250" bIns="95250">
                      <a:noAutofit/>
                    </a:bodyPr>
                    <a:lstStyle/>
                    <a:p>
                      <a:r>
                        <a:rPr sz="1650" b="1">
                          <a:solidFill>
                            <a:srgbClr val="102A38"/>
                          </a:solidFill>
                          <a:latin typeface="DejaVu Sans"/>
                          <a:ea typeface="DejaVu Sans"/>
                          <a:cs typeface="DejaVu Sans"/>
                        </a:rPr>
                        <a:t>onDestroy</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Activity sedang dihancurkan</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bl>
          </a:graphicData>
        </a:graphic>
      </p:graphicFrame>
      <p:sp>
        <p:nvSpPr>
          <p:cNvPr id="7" name="text-4">
            <a:extLst xmlns:a="http://schemas.openxmlformats.org/drawingml/2006/main">
              <a:ext uri="{FF2B5EF4-FFF2-40B4-BE49-F238E27FC236}">
                <a16:creationId xmlns:a16="http://schemas.microsoft.com/office/drawing/2014/main" id="{62D6A043-200B-4576-8032-88B1BB695C7D}"/>
              </a:ext>
            </a:extLst>
          </p:cNvPr>
          <p:cNvSpPr>
            <a:spLocks xmlns:a="http://schemas.openxmlformats.org/drawingml/2006/main" noGrp="1"/>
          </p:cNvSpPr>
          <p:nvPr/>
        </p:nvSpPr>
        <p:spPr>
          <a:xfrm xmlns:a="http://schemas.openxmlformats.org/drawingml/2006/main">
            <a:off x="5019675" y="5791200"/>
            <a:ext cx="6429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47B61"/>
                </a:solidFill>
                <a:latin typeface="DejaVu Sans"/>
                <a:ea typeface="DejaVu Sans"/>
                <a:cs typeface="DejaVu Sans"/>
              </a:defRPr>
            </a:defPPr>
            <a:lvl1pPr>
              <a:defRPr sz="1650" b="1">
                <a:solidFill>
                  <a:srgbClr val="147B61"/>
                </a:solidFill>
                <a:latin typeface="DejaVu Sans"/>
                <a:ea typeface="DejaVu Sans"/>
                <a:cs typeface="DejaVu Sans"/>
              </a:defRPr>
            </a:lvl1pPr>
            <a:lvl2pPr>
              <a:defRPr sz="1650" b="1">
                <a:solidFill>
                  <a:srgbClr val="147B61"/>
                </a:solidFill>
                <a:latin typeface="DejaVu Sans"/>
                <a:ea typeface="DejaVu Sans"/>
                <a:cs typeface="DejaVu Sans"/>
              </a:defRPr>
            </a:lvl2pPr>
            <a:lvl3pPr>
              <a:defRPr sz="1650" b="1">
                <a:solidFill>
                  <a:srgbClr val="147B61"/>
                </a:solidFill>
                <a:latin typeface="DejaVu Sans"/>
                <a:ea typeface="DejaVu Sans"/>
                <a:cs typeface="DejaVu Sans"/>
              </a:defRPr>
            </a:lvl3pPr>
            <a:lvl4pPr>
              <a:defRPr sz="1650" b="1">
                <a:solidFill>
                  <a:srgbClr val="147B61"/>
                </a:solidFill>
                <a:latin typeface="DejaVu Sans"/>
                <a:ea typeface="DejaVu Sans"/>
                <a:cs typeface="DejaVu Sans"/>
              </a:defRPr>
            </a:lvl4pPr>
            <a:lvl5pPr>
              <a:defRPr sz="1650" b="1">
                <a:solidFill>
                  <a:srgbClr val="147B61"/>
                </a:solidFill>
                <a:latin typeface="DejaVu Sans"/>
                <a:ea typeface="DejaVu Sans"/>
                <a:cs typeface="DejaVu Sans"/>
              </a:defRPr>
            </a:lvl5pPr>
            <a:lvl6pPr>
              <a:defRPr sz="1650" b="1">
                <a:solidFill>
                  <a:srgbClr val="147B61"/>
                </a:solidFill>
                <a:latin typeface="DejaVu Sans"/>
                <a:ea typeface="DejaVu Sans"/>
                <a:cs typeface="DejaVu Sans"/>
              </a:defRPr>
            </a:lvl6pPr>
            <a:lvl7pPr>
              <a:defRPr sz="1650" b="1">
                <a:solidFill>
                  <a:srgbClr val="147B61"/>
                </a:solidFill>
                <a:latin typeface="DejaVu Sans"/>
                <a:ea typeface="DejaVu Sans"/>
                <a:cs typeface="DejaVu Sans"/>
              </a:defRPr>
            </a:lvl7pPr>
            <a:lvl8pPr>
              <a:defRPr sz="1650" b="1">
                <a:solidFill>
                  <a:srgbClr val="147B61"/>
                </a:solidFill>
                <a:latin typeface="DejaVu Sans"/>
                <a:ea typeface="DejaVu Sans"/>
                <a:cs typeface="DejaVu Sans"/>
              </a:defRPr>
            </a:lvl8pPr>
            <a:lvl9pPr>
              <a:defRPr sz="1650" b="1">
                <a:solidFill>
                  <a:srgbClr val="147B61"/>
                </a:solidFill>
                <a:latin typeface="DejaVu Sans"/>
                <a:ea typeface="DejaVu Sans"/>
                <a:cs typeface="DejaVu Sans"/>
              </a:defRPr>
            </a:lvl9pPr>
          </a:lstStyle>
          <a:p xmlns:a="http://schemas.openxmlformats.org/drawingml/2006/main">
            <a:pPr>
              <a:defRPr sz="1650" b="1">
                <a:solidFill>
                  <a:srgbClr val="147B61"/>
                </a:solidFill>
                <a:latin typeface="DejaVu Sans"/>
                <a:ea typeface="DejaVu Sans"/>
                <a:cs typeface="DejaVu Sans"/>
              </a:defRPr>
            </a:pPr>
            <a:r>
              <a:rPr sz="1650" b="1">
                <a:solidFill>
                  <a:srgbClr val="147B61"/>
                </a:solidFill>
                <a:latin typeface="DejaVu Sans"/>
                <a:ea typeface="DejaVu Sans"/>
                <a:cs typeface="DejaVu Sans"/>
              </a:rPr>
              <a:t>Perubahan keadaan layar memengaruhi kapan aplikasi menyiapkan dan melepas resource.</a:t>
            </a:r>
          </a:p>
        </p:txBody>
      </p:sp>
    </p:spTree>
    <p:extLst>
      <p:ext uri="{BB962C8B-B14F-4D97-AF65-F5344CB8AC3E}">
        <p14:creationId xmlns:p14="http://schemas.microsoft.com/office/powerpoint/2010/main" val="1589020888"/>
      </p:ext>
    </p:extLst>
  </p:cSld>
</p:sld>
</file>

<file path=ppt/slides/slide9.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CBE05D4E-44B2-4876-B5F2-B71E1D318A7B}"/>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02 / KOMPONEN DASAR</a:t>
            </a:r>
          </a:p>
        </p:txBody>
      </p:sp>
      <p:sp>
        <p:nvSpPr>
          <p:cNvPr id="2" name="slide-title">
            <a:extLst xmlns:a="http://schemas.openxmlformats.org/drawingml/2006/main">
              <a:ext uri="{FF2B5EF4-FFF2-40B4-BE49-F238E27FC236}">
                <a16:creationId xmlns:a16="http://schemas.microsoft.com/office/drawing/2014/main" id="{3EEEECC6-F333-4B5A-A495-0BBC6BCDC0FD}"/>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Explicit Intent dan Implicit Intent</a:t>
            </a:r>
          </a:p>
        </p:txBody>
      </p:sp>
      <p:sp>
        <p:nvSpPr>
          <p:cNvPr id="3" name="text-2">
            <a:extLst xmlns:a="http://schemas.openxmlformats.org/drawingml/2006/main">
              <a:ext uri="{FF2B5EF4-FFF2-40B4-BE49-F238E27FC236}">
                <a16:creationId xmlns:a16="http://schemas.microsoft.com/office/drawing/2014/main" id="{F7994A40-0296-40B8-B3D9-9C4F6350AB4E}"/>
              </a:ext>
            </a:extLst>
          </p:cNvPr>
          <p:cNvSpPr>
            <a:spLocks xmlns:a="http://schemas.openxmlformats.org/drawingml/2006/main" noGrp="1"/>
          </p:cNvSpPr>
          <p:nvPr/>
        </p:nvSpPr>
        <p:spPr>
          <a:xfrm xmlns:a="http://schemas.openxmlformats.org/drawingml/2006/main">
            <a:off x="609600" y="14382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Intent membawa permintaan aksi antarkomponen</a:t>
            </a:r>
          </a:p>
        </p:txBody>
      </p:sp>
      <p:sp>
        <p:nvSpPr>
          <p:cNvPr id="4" name="text-3">
            <a:extLst xmlns:a="http://schemas.openxmlformats.org/drawingml/2006/main">
              <a:ext uri="{FF2B5EF4-FFF2-40B4-BE49-F238E27FC236}">
                <a16:creationId xmlns:a16="http://schemas.microsoft.com/office/drawing/2014/main" id="{3C813118-BAF9-4BE1-80A0-AD3141F60C39}"/>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2, hlm. PDF 14–19</a:t>
            </a:r>
          </a:p>
        </p:txBody>
      </p:sp>
      <p:sp>
        <p:nvSpPr>
          <p:cNvPr id="5" name="text-4">
            <a:extLst xmlns:a="http://schemas.openxmlformats.org/drawingml/2006/main">
              <a:ext uri="{FF2B5EF4-FFF2-40B4-BE49-F238E27FC236}">
                <a16:creationId xmlns:a16="http://schemas.microsoft.com/office/drawing/2014/main" id="{547ABFF0-BAA5-4630-8CB7-0A7946ED937A}"/>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09</a:t>
            </a:r>
          </a:p>
        </p:txBody>
      </p:sp>
      <p:sp>
        <p:nvSpPr>
          <p:cNvPr id="6" name="text-5">
            <a:extLst xmlns:a="http://schemas.openxmlformats.org/drawingml/2006/main">
              <a:ext uri="{FF2B5EF4-FFF2-40B4-BE49-F238E27FC236}">
                <a16:creationId xmlns:a16="http://schemas.microsoft.com/office/drawing/2014/main" id="{9A9F1CDF-4792-4051-A5B7-04889318B1BE}"/>
              </a:ext>
            </a:extLst>
          </p:cNvPr>
          <p:cNvSpPr>
            <a:spLocks xmlns:a="http://schemas.openxmlformats.org/drawingml/2006/main" noGrp="1"/>
          </p:cNvSpPr>
          <p:nvPr/>
        </p:nvSpPr>
        <p:spPr>
          <a:xfrm xmlns:a="http://schemas.openxmlformats.org/drawingml/2006/main">
            <a:off x="609600" y="209550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Explicit Intent</a:t>
            </a:r>
          </a:p>
        </p:txBody>
      </p:sp>
      <p:sp>
        <p:nvSpPr>
          <p:cNvPr id="7" name="text-6">
            <a:extLst xmlns:a="http://schemas.openxmlformats.org/drawingml/2006/main">
              <a:ext uri="{FF2B5EF4-FFF2-40B4-BE49-F238E27FC236}">
                <a16:creationId xmlns:a16="http://schemas.microsoft.com/office/drawing/2014/main" id="{AB4CCACC-F347-45C6-BCCB-26D327A06DB8}"/>
              </a:ext>
            </a:extLst>
          </p:cNvPr>
          <p:cNvSpPr>
            <a:spLocks xmlns:a="http://schemas.openxmlformats.org/drawingml/2006/main" noGrp="1"/>
          </p:cNvSpPr>
          <p:nvPr/>
        </p:nvSpPr>
        <p:spPr>
          <a:xfrm xmlns:a="http://schemas.openxmlformats.org/drawingml/2006/main">
            <a:off x="609600" y="2562225"/>
            <a:ext cx="5143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02A38"/>
                </a:solidFill>
                <a:latin typeface="DejaVu Sans"/>
                <a:ea typeface="DejaVu Sans"/>
                <a:cs typeface="DejaVu Sans"/>
              </a:defRPr>
            </a:defPPr>
            <a:lvl1pPr>
              <a:defRPr sz="2175" b="0">
                <a:solidFill>
                  <a:srgbClr val="102A38"/>
                </a:solidFill>
                <a:latin typeface="DejaVu Sans"/>
                <a:ea typeface="DejaVu Sans"/>
                <a:cs typeface="DejaVu Sans"/>
              </a:defRPr>
            </a:lvl1pPr>
            <a:lvl2pPr>
              <a:defRPr sz="2175" b="0">
                <a:solidFill>
                  <a:srgbClr val="102A38"/>
                </a:solidFill>
                <a:latin typeface="DejaVu Sans"/>
                <a:ea typeface="DejaVu Sans"/>
                <a:cs typeface="DejaVu Sans"/>
              </a:defRPr>
            </a:lvl2pPr>
            <a:lvl3pPr>
              <a:defRPr sz="2175" b="0">
                <a:solidFill>
                  <a:srgbClr val="102A38"/>
                </a:solidFill>
                <a:latin typeface="DejaVu Sans"/>
                <a:ea typeface="DejaVu Sans"/>
                <a:cs typeface="DejaVu Sans"/>
              </a:defRPr>
            </a:lvl3pPr>
            <a:lvl4pPr>
              <a:defRPr sz="2175" b="0">
                <a:solidFill>
                  <a:srgbClr val="102A38"/>
                </a:solidFill>
                <a:latin typeface="DejaVu Sans"/>
                <a:ea typeface="DejaVu Sans"/>
                <a:cs typeface="DejaVu Sans"/>
              </a:defRPr>
            </a:lvl4pPr>
            <a:lvl5pPr>
              <a:defRPr sz="2175" b="0">
                <a:solidFill>
                  <a:srgbClr val="102A38"/>
                </a:solidFill>
                <a:latin typeface="DejaVu Sans"/>
                <a:ea typeface="DejaVu Sans"/>
                <a:cs typeface="DejaVu Sans"/>
              </a:defRPr>
            </a:lvl5pPr>
            <a:lvl6pPr>
              <a:defRPr sz="2175" b="0">
                <a:solidFill>
                  <a:srgbClr val="102A38"/>
                </a:solidFill>
                <a:latin typeface="DejaVu Sans"/>
                <a:ea typeface="DejaVu Sans"/>
                <a:cs typeface="DejaVu Sans"/>
              </a:defRPr>
            </a:lvl6pPr>
            <a:lvl7pPr>
              <a:defRPr sz="2175" b="0">
                <a:solidFill>
                  <a:srgbClr val="102A38"/>
                </a:solidFill>
                <a:latin typeface="DejaVu Sans"/>
                <a:ea typeface="DejaVu Sans"/>
                <a:cs typeface="DejaVu Sans"/>
              </a:defRPr>
            </a:lvl7pPr>
            <a:lvl8pPr>
              <a:defRPr sz="2175" b="0">
                <a:solidFill>
                  <a:srgbClr val="102A38"/>
                </a:solidFill>
                <a:latin typeface="DejaVu Sans"/>
                <a:ea typeface="DejaVu Sans"/>
                <a:cs typeface="DejaVu Sans"/>
              </a:defRPr>
            </a:lvl8pPr>
            <a:lvl9pPr>
              <a:defRPr sz="2175" b="0">
                <a:solidFill>
                  <a:srgbClr val="102A38"/>
                </a:solidFill>
                <a:latin typeface="DejaVu Sans"/>
                <a:ea typeface="DejaVu Sans"/>
                <a:cs typeface="DejaVu Sans"/>
              </a:defRPr>
            </a:lvl9pPr>
          </a:lstStyle>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Menentukan kelas tujuan secara langsung.</a:t>
            </a:r>
          </a:p>
        </p:txBody>
      </p:sp>
      <p:sp>
        <p:nvSpPr>
          <p:cNvPr id="8" name="text-7">
            <a:extLst xmlns:a="http://schemas.openxmlformats.org/drawingml/2006/main">
              <a:ext uri="{FF2B5EF4-FFF2-40B4-BE49-F238E27FC236}">
                <a16:creationId xmlns:a16="http://schemas.microsoft.com/office/drawing/2014/main" id="{F67606FF-6553-488D-98AF-93F0951A6BFD}"/>
              </a:ext>
            </a:extLst>
          </p:cNvPr>
          <p:cNvSpPr>
            <a:spLocks xmlns:a="http://schemas.openxmlformats.org/drawingml/2006/main" noGrp="1"/>
          </p:cNvSpPr>
          <p:nvPr/>
        </p:nvSpPr>
        <p:spPr>
          <a:xfrm xmlns:a="http://schemas.openxmlformats.org/drawingml/2006/main">
            <a:off x="609600" y="3476625"/>
            <a:ext cx="5143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147B61"/>
                </a:solidFill>
                <a:latin typeface="DejaVu Sans Mono"/>
                <a:ea typeface="DejaVu Sans Mono"/>
                <a:cs typeface="DejaVu Sans Mono"/>
              </a:defRPr>
            </a:defPPr>
            <a:lvl1pPr>
              <a:defRPr sz="1875" b="0">
                <a:solidFill>
                  <a:srgbClr val="147B61"/>
                </a:solidFill>
                <a:latin typeface="DejaVu Sans Mono"/>
                <a:ea typeface="DejaVu Sans Mono"/>
                <a:cs typeface="DejaVu Sans Mono"/>
              </a:defRPr>
            </a:lvl1pPr>
            <a:lvl2pPr>
              <a:defRPr sz="1875" b="0">
                <a:solidFill>
                  <a:srgbClr val="147B61"/>
                </a:solidFill>
                <a:latin typeface="DejaVu Sans Mono"/>
                <a:ea typeface="DejaVu Sans Mono"/>
                <a:cs typeface="DejaVu Sans Mono"/>
              </a:defRPr>
            </a:lvl2pPr>
            <a:lvl3pPr>
              <a:defRPr sz="1875" b="0">
                <a:solidFill>
                  <a:srgbClr val="147B61"/>
                </a:solidFill>
                <a:latin typeface="DejaVu Sans Mono"/>
                <a:ea typeface="DejaVu Sans Mono"/>
                <a:cs typeface="DejaVu Sans Mono"/>
              </a:defRPr>
            </a:lvl3pPr>
            <a:lvl4pPr>
              <a:defRPr sz="1875" b="0">
                <a:solidFill>
                  <a:srgbClr val="147B61"/>
                </a:solidFill>
                <a:latin typeface="DejaVu Sans Mono"/>
                <a:ea typeface="DejaVu Sans Mono"/>
                <a:cs typeface="DejaVu Sans Mono"/>
              </a:defRPr>
            </a:lvl4pPr>
            <a:lvl5pPr>
              <a:defRPr sz="1875" b="0">
                <a:solidFill>
                  <a:srgbClr val="147B61"/>
                </a:solidFill>
                <a:latin typeface="DejaVu Sans Mono"/>
                <a:ea typeface="DejaVu Sans Mono"/>
                <a:cs typeface="DejaVu Sans Mono"/>
              </a:defRPr>
            </a:lvl5pPr>
            <a:lvl6pPr>
              <a:defRPr sz="1875" b="0">
                <a:solidFill>
                  <a:srgbClr val="147B61"/>
                </a:solidFill>
                <a:latin typeface="DejaVu Sans Mono"/>
                <a:ea typeface="DejaVu Sans Mono"/>
                <a:cs typeface="DejaVu Sans Mono"/>
              </a:defRPr>
            </a:lvl6pPr>
            <a:lvl7pPr>
              <a:defRPr sz="1875" b="0">
                <a:solidFill>
                  <a:srgbClr val="147B61"/>
                </a:solidFill>
                <a:latin typeface="DejaVu Sans Mono"/>
                <a:ea typeface="DejaVu Sans Mono"/>
                <a:cs typeface="DejaVu Sans Mono"/>
              </a:defRPr>
            </a:lvl7pPr>
            <a:lvl8pPr>
              <a:defRPr sz="1875" b="0">
                <a:solidFill>
                  <a:srgbClr val="147B61"/>
                </a:solidFill>
                <a:latin typeface="DejaVu Sans Mono"/>
                <a:ea typeface="DejaVu Sans Mono"/>
                <a:cs typeface="DejaVu Sans Mono"/>
              </a:defRPr>
            </a:lvl8pPr>
            <a:lvl9pPr>
              <a:defRPr sz="1875" b="0">
                <a:solidFill>
                  <a:srgbClr val="147B61"/>
                </a:solidFill>
                <a:latin typeface="DejaVu Sans Mono"/>
                <a:ea typeface="DejaVu Sans Mono"/>
                <a:cs typeface="DejaVu Sans Mono"/>
              </a:defRPr>
            </a:lvl9pPr>
          </a:lstStyle>
          <a:p xmlns:a="http://schemas.openxmlformats.org/drawingml/2006/main">
            <a:pPr>
              <a:defRPr sz="1875" b="0">
                <a:solidFill>
                  <a:srgbClr val="147B61"/>
                </a:solidFill>
                <a:latin typeface="DejaVu Sans Mono"/>
                <a:ea typeface="DejaVu Sans Mono"/>
                <a:cs typeface="DejaVu Sans Mono"/>
              </a:defRPr>
            </a:pPr>
            <a:r>
              <a:rPr sz="1875" b="0">
                <a:solidFill>
                  <a:srgbClr val="147B61"/>
                </a:solidFill>
                <a:latin typeface="DejaVu Sans Mono"/>
                <a:ea typeface="DejaVu Sans Mono"/>
                <a:cs typeface="DejaVu Sans Mono"/>
              </a:rPr>
              <a:t>new Intent(this,</a:t>
            </a:r>
          </a:p>
          <a:p xmlns:a="http://schemas.openxmlformats.org/drawingml/2006/main">
            <a:pPr>
              <a:defRPr sz="1875" b="0">
                <a:solidFill>
                  <a:srgbClr val="147B61"/>
                </a:solidFill>
                <a:latin typeface="DejaVu Sans Mono"/>
                <a:ea typeface="DejaVu Sans Mono"/>
                <a:cs typeface="DejaVu Sans Mono"/>
              </a:defRPr>
            </a:pPr>
            <a:r>
              <a:rPr sz="1875" b="0">
                <a:solidFill>
                  <a:srgbClr val="147B61"/>
                </a:solidFill>
                <a:latin typeface="DejaVu Sans Mono"/>
                <a:ea typeface="DejaVu Sans Mono"/>
                <a:cs typeface="DejaVu Sans Mono"/>
              </a:rPr>
              <a:t>    DetailActivity.class);</a:t>
            </a:r>
          </a:p>
        </p:txBody>
      </p:sp>
      <p:sp>
        <p:nvSpPr>
          <p:cNvPr id="9" name="text-8">
            <a:extLst xmlns:a="http://schemas.openxmlformats.org/drawingml/2006/main">
              <a:ext uri="{FF2B5EF4-FFF2-40B4-BE49-F238E27FC236}">
                <a16:creationId xmlns:a16="http://schemas.microsoft.com/office/drawing/2014/main" id="{D22A8C43-800A-4CA3-8650-80D636D60398}"/>
              </a:ext>
            </a:extLst>
          </p:cNvPr>
          <p:cNvSpPr>
            <a:spLocks xmlns:a="http://schemas.openxmlformats.org/drawingml/2006/main" noGrp="1"/>
          </p:cNvSpPr>
          <p:nvPr/>
        </p:nvSpPr>
        <p:spPr>
          <a:xfrm xmlns:a="http://schemas.openxmlformats.org/drawingml/2006/main">
            <a:off x="609600" y="4981575"/>
            <a:ext cx="5048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972"/>
                </a:solidFill>
                <a:latin typeface="DejaVu Sans"/>
                <a:ea typeface="DejaVu Sans"/>
                <a:cs typeface="DejaVu Sans"/>
              </a:defRPr>
            </a:defPPr>
            <a:lvl1pPr>
              <a:defRPr sz="1950" b="0">
                <a:solidFill>
                  <a:srgbClr val="526972"/>
                </a:solidFill>
                <a:latin typeface="DejaVu Sans"/>
                <a:ea typeface="DejaVu Sans"/>
                <a:cs typeface="DejaVu Sans"/>
              </a:defRPr>
            </a:lvl1pPr>
            <a:lvl2pPr>
              <a:defRPr sz="1950" b="0">
                <a:solidFill>
                  <a:srgbClr val="526972"/>
                </a:solidFill>
                <a:latin typeface="DejaVu Sans"/>
                <a:ea typeface="DejaVu Sans"/>
                <a:cs typeface="DejaVu Sans"/>
              </a:defRPr>
            </a:lvl2pPr>
            <a:lvl3pPr>
              <a:defRPr sz="1950" b="0">
                <a:solidFill>
                  <a:srgbClr val="526972"/>
                </a:solidFill>
                <a:latin typeface="DejaVu Sans"/>
                <a:ea typeface="DejaVu Sans"/>
                <a:cs typeface="DejaVu Sans"/>
              </a:defRPr>
            </a:lvl3pPr>
            <a:lvl4pPr>
              <a:defRPr sz="1950" b="0">
                <a:solidFill>
                  <a:srgbClr val="526972"/>
                </a:solidFill>
                <a:latin typeface="DejaVu Sans"/>
                <a:ea typeface="DejaVu Sans"/>
                <a:cs typeface="DejaVu Sans"/>
              </a:defRPr>
            </a:lvl4pPr>
            <a:lvl5pPr>
              <a:defRPr sz="1950" b="0">
                <a:solidFill>
                  <a:srgbClr val="526972"/>
                </a:solidFill>
                <a:latin typeface="DejaVu Sans"/>
                <a:ea typeface="DejaVu Sans"/>
                <a:cs typeface="DejaVu Sans"/>
              </a:defRPr>
            </a:lvl5pPr>
            <a:lvl6pPr>
              <a:defRPr sz="1950" b="0">
                <a:solidFill>
                  <a:srgbClr val="526972"/>
                </a:solidFill>
                <a:latin typeface="DejaVu Sans"/>
                <a:ea typeface="DejaVu Sans"/>
                <a:cs typeface="DejaVu Sans"/>
              </a:defRPr>
            </a:lvl6pPr>
            <a:lvl7pPr>
              <a:defRPr sz="1950" b="0">
                <a:solidFill>
                  <a:srgbClr val="526972"/>
                </a:solidFill>
                <a:latin typeface="DejaVu Sans"/>
                <a:ea typeface="DejaVu Sans"/>
                <a:cs typeface="DejaVu Sans"/>
              </a:defRPr>
            </a:lvl7pPr>
            <a:lvl8pPr>
              <a:defRPr sz="1950" b="0">
                <a:solidFill>
                  <a:srgbClr val="526972"/>
                </a:solidFill>
                <a:latin typeface="DejaVu Sans"/>
                <a:ea typeface="DejaVu Sans"/>
                <a:cs typeface="DejaVu Sans"/>
              </a:defRPr>
            </a:lvl8pPr>
            <a:lvl9pPr>
              <a:defRPr sz="1950" b="0">
                <a:solidFill>
                  <a:srgbClr val="526972"/>
                </a:solidFill>
                <a:latin typeface="DejaVu Sans"/>
                <a:ea typeface="DejaVu Sans"/>
                <a:cs typeface="DejaVu Sans"/>
              </a:defRPr>
            </a:lvl9pPr>
          </a:lstStyle>
          <a:p xmlns:a="http://schemas.openxmlformats.org/drawingml/2006/main">
            <a:pPr>
              <a:defRPr sz="1950" b="0">
                <a:solidFill>
                  <a:srgbClr val="526972"/>
                </a:solidFill>
                <a:latin typeface="DejaVu Sans"/>
                <a:ea typeface="DejaVu Sans"/>
                <a:cs typeface="DejaVu Sans"/>
              </a:defRPr>
            </a:pPr>
            <a:r>
              <a:rPr sz="1950" b="0">
                <a:solidFill>
                  <a:srgbClr val="526972"/>
                </a:solidFill>
                <a:latin typeface="DejaVu Sans"/>
                <a:ea typeface="DejaVu Sans"/>
                <a:cs typeface="DejaVu Sans"/>
              </a:rPr>
              <a:t>Contoh: membuka halaman detail di dalam aplikasi.</a:t>
            </a:r>
          </a:p>
        </p:txBody>
      </p:sp>
      <p:sp>
        <p:nvSpPr>
          <p:cNvPr id="10" name="text-9">
            <a:extLst xmlns:a="http://schemas.openxmlformats.org/drawingml/2006/main">
              <a:ext uri="{FF2B5EF4-FFF2-40B4-BE49-F238E27FC236}">
                <a16:creationId xmlns:a16="http://schemas.microsoft.com/office/drawing/2014/main" id="{BFF2AC5D-C45C-4F95-9F09-65B5D8C03EC0}"/>
              </a:ext>
            </a:extLst>
          </p:cNvPr>
          <p:cNvSpPr>
            <a:spLocks xmlns:a="http://schemas.openxmlformats.org/drawingml/2006/main" noGrp="1"/>
          </p:cNvSpPr>
          <p:nvPr/>
        </p:nvSpPr>
        <p:spPr>
          <a:xfrm xmlns:a="http://schemas.openxmlformats.org/drawingml/2006/main">
            <a:off x="6334125" y="2095500"/>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Implicit Intent</a:t>
            </a:r>
          </a:p>
        </p:txBody>
      </p:sp>
      <p:sp>
        <p:nvSpPr>
          <p:cNvPr id="11" name="text-10">
            <a:extLst xmlns:a="http://schemas.openxmlformats.org/drawingml/2006/main">
              <a:ext uri="{FF2B5EF4-FFF2-40B4-BE49-F238E27FC236}">
                <a16:creationId xmlns:a16="http://schemas.microsoft.com/office/drawing/2014/main" id="{255A127E-E257-4885-B806-3B3488254929}"/>
              </a:ext>
            </a:extLst>
          </p:cNvPr>
          <p:cNvSpPr>
            <a:spLocks xmlns:a="http://schemas.openxmlformats.org/drawingml/2006/main" noGrp="1"/>
          </p:cNvSpPr>
          <p:nvPr/>
        </p:nvSpPr>
        <p:spPr>
          <a:xfrm xmlns:a="http://schemas.openxmlformats.org/drawingml/2006/main">
            <a:off x="6334125" y="2562225"/>
            <a:ext cx="5238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02A38"/>
                </a:solidFill>
                <a:latin typeface="DejaVu Sans"/>
                <a:ea typeface="DejaVu Sans"/>
                <a:cs typeface="DejaVu Sans"/>
              </a:defRPr>
            </a:defPPr>
            <a:lvl1pPr>
              <a:defRPr sz="2175" b="0">
                <a:solidFill>
                  <a:srgbClr val="102A38"/>
                </a:solidFill>
                <a:latin typeface="DejaVu Sans"/>
                <a:ea typeface="DejaVu Sans"/>
                <a:cs typeface="DejaVu Sans"/>
              </a:defRPr>
            </a:lvl1pPr>
            <a:lvl2pPr>
              <a:defRPr sz="2175" b="0">
                <a:solidFill>
                  <a:srgbClr val="102A38"/>
                </a:solidFill>
                <a:latin typeface="DejaVu Sans"/>
                <a:ea typeface="DejaVu Sans"/>
                <a:cs typeface="DejaVu Sans"/>
              </a:defRPr>
            </a:lvl2pPr>
            <a:lvl3pPr>
              <a:defRPr sz="2175" b="0">
                <a:solidFill>
                  <a:srgbClr val="102A38"/>
                </a:solidFill>
                <a:latin typeface="DejaVu Sans"/>
                <a:ea typeface="DejaVu Sans"/>
                <a:cs typeface="DejaVu Sans"/>
              </a:defRPr>
            </a:lvl3pPr>
            <a:lvl4pPr>
              <a:defRPr sz="2175" b="0">
                <a:solidFill>
                  <a:srgbClr val="102A38"/>
                </a:solidFill>
                <a:latin typeface="DejaVu Sans"/>
                <a:ea typeface="DejaVu Sans"/>
                <a:cs typeface="DejaVu Sans"/>
              </a:defRPr>
            </a:lvl4pPr>
            <a:lvl5pPr>
              <a:defRPr sz="2175" b="0">
                <a:solidFill>
                  <a:srgbClr val="102A38"/>
                </a:solidFill>
                <a:latin typeface="DejaVu Sans"/>
                <a:ea typeface="DejaVu Sans"/>
                <a:cs typeface="DejaVu Sans"/>
              </a:defRPr>
            </a:lvl5pPr>
            <a:lvl6pPr>
              <a:defRPr sz="2175" b="0">
                <a:solidFill>
                  <a:srgbClr val="102A38"/>
                </a:solidFill>
                <a:latin typeface="DejaVu Sans"/>
                <a:ea typeface="DejaVu Sans"/>
                <a:cs typeface="DejaVu Sans"/>
              </a:defRPr>
            </a:lvl6pPr>
            <a:lvl7pPr>
              <a:defRPr sz="2175" b="0">
                <a:solidFill>
                  <a:srgbClr val="102A38"/>
                </a:solidFill>
                <a:latin typeface="DejaVu Sans"/>
                <a:ea typeface="DejaVu Sans"/>
                <a:cs typeface="DejaVu Sans"/>
              </a:defRPr>
            </a:lvl7pPr>
            <a:lvl8pPr>
              <a:defRPr sz="2175" b="0">
                <a:solidFill>
                  <a:srgbClr val="102A38"/>
                </a:solidFill>
                <a:latin typeface="DejaVu Sans"/>
                <a:ea typeface="DejaVu Sans"/>
                <a:cs typeface="DejaVu Sans"/>
              </a:defRPr>
            </a:lvl8pPr>
            <a:lvl9pPr>
              <a:defRPr sz="2175" b="0">
                <a:solidFill>
                  <a:srgbClr val="102A38"/>
                </a:solidFill>
                <a:latin typeface="DejaVu Sans"/>
                <a:ea typeface="DejaVu Sans"/>
                <a:cs typeface="DejaVu Sans"/>
              </a:defRPr>
            </a:lvl9pPr>
          </a:lstStyle>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Mendeskripsikan aksi dan data tanpa menyebut kelas tujuan.</a:t>
            </a:r>
          </a:p>
        </p:txBody>
      </p:sp>
      <p:sp>
        <p:nvSpPr>
          <p:cNvPr id="12" name="text-11">
            <a:extLst xmlns:a="http://schemas.openxmlformats.org/drawingml/2006/main">
              <a:ext uri="{FF2B5EF4-FFF2-40B4-BE49-F238E27FC236}">
                <a16:creationId xmlns:a16="http://schemas.microsoft.com/office/drawing/2014/main" id="{0CFF621D-C393-4EB3-9E31-99BD79DEEF6D}"/>
              </a:ext>
            </a:extLst>
          </p:cNvPr>
          <p:cNvSpPr>
            <a:spLocks xmlns:a="http://schemas.openxmlformats.org/drawingml/2006/main" noGrp="1"/>
          </p:cNvSpPr>
          <p:nvPr/>
        </p:nvSpPr>
        <p:spPr>
          <a:xfrm xmlns:a="http://schemas.openxmlformats.org/drawingml/2006/main">
            <a:off x="6334125" y="3476625"/>
            <a:ext cx="52387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47B61"/>
                </a:solidFill>
                <a:latin typeface="DejaVu Sans Mono"/>
                <a:ea typeface="DejaVu Sans Mono"/>
                <a:cs typeface="DejaVu Sans Mono"/>
              </a:defRPr>
            </a:defPPr>
            <a:lvl1pPr>
              <a:defRPr sz="1725" b="0">
                <a:solidFill>
                  <a:srgbClr val="147B61"/>
                </a:solidFill>
                <a:latin typeface="DejaVu Sans Mono"/>
                <a:ea typeface="DejaVu Sans Mono"/>
                <a:cs typeface="DejaVu Sans Mono"/>
              </a:defRPr>
            </a:lvl1pPr>
            <a:lvl2pPr>
              <a:defRPr sz="1725" b="0">
                <a:solidFill>
                  <a:srgbClr val="147B61"/>
                </a:solidFill>
                <a:latin typeface="DejaVu Sans Mono"/>
                <a:ea typeface="DejaVu Sans Mono"/>
                <a:cs typeface="DejaVu Sans Mono"/>
              </a:defRPr>
            </a:lvl2pPr>
            <a:lvl3pPr>
              <a:defRPr sz="1725" b="0">
                <a:solidFill>
                  <a:srgbClr val="147B61"/>
                </a:solidFill>
                <a:latin typeface="DejaVu Sans Mono"/>
                <a:ea typeface="DejaVu Sans Mono"/>
                <a:cs typeface="DejaVu Sans Mono"/>
              </a:defRPr>
            </a:lvl3pPr>
            <a:lvl4pPr>
              <a:defRPr sz="1725" b="0">
                <a:solidFill>
                  <a:srgbClr val="147B61"/>
                </a:solidFill>
                <a:latin typeface="DejaVu Sans Mono"/>
                <a:ea typeface="DejaVu Sans Mono"/>
                <a:cs typeface="DejaVu Sans Mono"/>
              </a:defRPr>
            </a:lvl4pPr>
            <a:lvl5pPr>
              <a:defRPr sz="1725" b="0">
                <a:solidFill>
                  <a:srgbClr val="147B61"/>
                </a:solidFill>
                <a:latin typeface="DejaVu Sans Mono"/>
                <a:ea typeface="DejaVu Sans Mono"/>
                <a:cs typeface="DejaVu Sans Mono"/>
              </a:defRPr>
            </a:lvl5pPr>
            <a:lvl6pPr>
              <a:defRPr sz="1725" b="0">
                <a:solidFill>
                  <a:srgbClr val="147B61"/>
                </a:solidFill>
                <a:latin typeface="DejaVu Sans Mono"/>
                <a:ea typeface="DejaVu Sans Mono"/>
                <a:cs typeface="DejaVu Sans Mono"/>
              </a:defRPr>
            </a:lvl6pPr>
            <a:lvl7pPr>
              <a:defRPr sz="1725" b="0">
                <a:solidFill>
                  <a:srgbClr val="147B61"/>
                </a:solidFill>
                <a:latin typeface="DejaVu Sans Mono"/>
                <a:ea typeface="DejaVu Sans Mono"/>
                <a:cs typeface="DejaVu Sans Mono"/>
              </a:defRPr>
            </a:lvl7pPr>
            <a:lvl8pPr>
              <a:defRPr sz="1725" b="0">
                <a:solidFill>
                  <a:srgbClr val="147B61"/>
                </a:solidFill>
                <a:latin typeface="DejaVu Sans Mono"/>
                <a:ea typeface="DejaVu Sans Mono"/>
                <a:cs typeface="DejaVu Sans Mono"/>
              </a:defRPr>
            </a:lvl8pPr>
            <a:lvl9pPr>
              <a:defRPr sz="1725" b="0">
                <a:solidFill>
                  <a:srgbClr val="147B61"/>
                </a:solidFill>
                <a:latin typeface="DejaVu Sans Mono"/>
                <a:ea typeface="DejaVu Sans Mono"/>
                <a:cs typeface="DejaVu Sans Mono"/>
              </a:defRPr>
            </a:lvl9pPr>
          </a:lstStyle>
          <a:p xmlns:a="http://schemas.openxmlformats.org/drawingml/2006/main">
            <a:pPr>
              <a:defRPr sz="1725" b="0">
                <a:solidFill>
                  <a:srgbClr val="147B61"/>
                </a:solidFill>
                <a:latin typeface="DejaVu Sans Mono"/>
                <a:ea typeface="DejaVu Sans Mono"/>
                <a:cs typeface="DejaVu Sans Mono"/>
              </a:defRPr>
            </a:pPr>
            <a:r>
              <a:rPr sz="1725" b="0">
                <a:solidFill>
                  <a:srgbClr val="147B61"/>
                </a:solidFill>
                <a:latin typeface="DejaVu Sans Mono"/>
                <a:ea typeface="DejaVu Sans Mono"/>
                <a:cs typeface="DejaVu Sans Mono"/>
              </a:rPr>
              <a:t>new Intent(Intent.ACTION_DIAL,</a:t>
            </a:r>
          </a:p>
          <a:p xmlns:a="http://schemas.openxmlformats.org/drawingml/2006/main">
            <a:pPr>
              <a:defRPr sz="1725" b="0">
                <a:solidFill>
                  <a:srgbClr val="147B61"/>
                </a:solidFill>
                <a:latin typeface="DejaVu Sans Mono"/>
                <a:ea typeface="DejaVu Sans Mono"/>
                <a:cs typeface="DejaVu Sans Mono"/>
              </a:defRPr>
            </a:pPr>
            <a:r>
              <a:rPr sz="1725" b="0">
                <a:solidFill>
                  <a:srgbClr val="147B61"/>
                </a:solidFill>
                <a:latin typeface="DejaVu Sans Mono"/>
                <a:ea typeface="DejaVu Sans Mono"/>
                <a:cs typeface="DejaVu Sans Mono"/>
              </a:rPr>
              <a:t>    Uri.parse("tel:123456"));</a:t>
            </a:r>
          </a:p>
        </p:txBody>
      </p:sp>
      <p:sp>
        <p:nvSpPr>
          <p:cNvPr id="13" name="text-12">
            <a:extLst xmlns:a="http://schemas.openxmlformats.org/drawingml/2006/main">
              <a:ext uri="{FF2B5EF4-FFF2-40B4-BE49-F238E27FC236}">
                <a16:creationId xmlns:a16="http://schemas.microsoft.com/office/drawing/2014/main" id="{FD1BEACF-A747-4016-A2C6-644323095946}"/>
              </a:ext>
            </a:extLst>
          </p:cNvPr>
          <p:cNvSpPr>
            <a:spLocks xmlns:a="http://schemas.openxmlformats.org/drawingml/2006/main" noGrp="1"/>
          </p:cNvSpPr>
          <p:nvPr/>
        </p:nvSpPr>
        <p:spPr>
          <a:xfrm xmlns:a="http://schemas.openxmlformats.org/drawingml/2006/main">
            <a:off x="6334125" y="4981575"/>
            <a:ext cx="5238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526972"/>
                </a:solidFill>
                <a:latin typeface="DejaVu Sans"/>
                <a:ea typeface="DejaVu Sans"/>
                <a:cs typeface="DejaVu Sans"/>
              </a:defRPr>
            </a:defPPr>
            <a:lvl1pPr>
              <a:defRPr sz="1950" b="0">
                <a:solidFill>
                  <a:srgbClr val="526972"/>
                </a:solidFill>
                <a:latin typeface="DejaVu Sans"/>
                <a:ea typeface="DejaVu Sans"/>
                <a:cs typeface="DejaVu Sans"/>
              </a:defRPr>
            </a:lvl1pPr>
            <a:lvl2pPr>
              <a:defRPr sz="1950" b="0">
                <a:solidFill>
                  <a:srgbClr val="526972"/>
                </a:solidFill>
                <a:latin typeface="DejaVu Sans"/>
                <a:ea typeface="DejaVu Sans"/>
                <a:cs typeface="DejaVu Sans"/>
              </a:defRPr>
            </a:lvl2pPr>
            <a:lvl3pPr>
              <a:defRPr sz="1950" b="0">
                <a:solidFill>
                  <a:srgbClr val="526972"/>
                </a:solidFill>
                <a:latin typeface="DejaVu Sans"/>
                <a:ea typeface="DejaVu Sans"/>
                <a:cs typeface="DejaVu Sans"/>
              </a:defRPr>
            </a:lvl3pPr>
            <a:lvl4pPr>
              <a:defRPr sz="1950" b="0">
                <a:solidFill>
                  <a:srgbClr val="526972"/>
                </a:solidFill>
                <a:latin typeface="DejaVu Sans"/>
                <a:ea typeface="DejaVu Sans"/>
                <a:cs typeface="DejaVu Sans"/>
              </a:defRPr>
            </a:lvl4pPr>
            <a:lvl5pPr>
              <a:defRPr sz="1950" b="0">
                <a:solidFill>
                  <a:srgbClr val="526972"/>
                </a:solidFill>
                <a:latin typeface="DejaVu Sans"/>
                <a:ea typeface="DejaVu Sans"/>
                <a:cs typeface="DejaVu Sans"/>
              </a:defRPr>
            </a:lvl5pPr>
            <a:lvl6pPr>
              <a:defRPr sz="1950" b="0">
                <a:solidFill>
                  <a:srgbClr val="526972"/>
                </a:solidFill>
                <a:latin typeface="DejaVu Sans"/>
                <a:ea typeface="DejaVu Sans"/>
                <a:cs typeface="DejaVu Sans"/>
              </a:defRPr>
            </a:lvl6pPr>
            <a:lvl7pPr>
              <a:defRPr sz="1950" b="0">
                <a:solidFill>
                  <a:srgbClr val="526972"/>
                </a:solidFill>
                <a:latin typeface="DejaVu Sans"/>
                <a:ea typeface="DejaVu Sans"/>
                <a:cs typeface="DejaVu Sans"/>
              </a:defRPr>
            </a:lvl7pPr>
            <a:lvl8pPr>
              <a:defRPr sz="1950" b="0">
                <a:solidFill>
                  <a:srgbClr val="526972"/>
                </a:solidFill>
                <a:latin typeface="DejaVu Sans"/>
                <a:ea typeface="DejaVu Sans"/>
                <a:cs typeface="DejaVu Sans"/>
              </a:defRPr>
            </a:lvl8pPr>
            <a:lvl9pPr>
              <a:defRPr sz="1950" b="0">
                <a:solidFill>
                  <a:srgbClr val="526972"/>
                </a:solidFill>
                <a:latin typeface="DejaVu Sans"/>
                <a:ea typeface="DejaVu Sans"/>
                <a:cs typeface="DejaVu Sans"/>
              </a:defRPr>
            </a:lvl9pPr>
          </a:lstStyle>
          <a:p xmlns:a="http://schemas.openxmlformats.org/drawingml/2006/main">
            <a:pPr>
              <a:defRPr sz="1950" b="0">
                <a:solidFill>
                  <a:srgbClr val="526972"/>
                </a:solidFill>
                <a:latin typeface="DejaVu Sans"/>
                <a:ea typeface="DejaVu Sans"/>
                <a:cs typeface="DejaVu Sans"/>
              </a:defRPr>
            </a:pPr>
            <a:r>
              <a:rPr sz="1950" b="0">
                <a:solidFill>
                  <a:srgbClr val="526972"/>
                </a:solidFill>
                <a:latin typeface="DejaVu Sans"/>
                <a:ea typeface="DejaVu Sans"/>
                <a:cs typeface="DejaVu Sans"/>
              </a:rPr>
              <a:t>Sistem mencari aplikasi yang sesuai, misalnya dialer atau browser.</a:t>
            </a:r>
          </a:p>
        </p:txBody>
      </p:sp>
    </p:spTree>
    <p:extLst>
      <p:ext uri="{BB962C8B-B14F-4D97-AF65-F5344CB8AC3E}">
        <p14:creationId xmlns:p14="http://schemas.microsoft.com/office/powerpoint/2010/main" val="1651016324"/>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8E9ABBA7-94AE-4DC7-A7D9-380787A06E5B}"/>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02 / KOMPONEN DASAR</a:t>
            </a:r>
          </a:p>
        </p:txBody>
      </p:sp>
      <p:sp>
        <p:nvSpPr>
          <p:cNvPr id="2" name="slide-title">
            <a:extLst xmlns:a="http://schemas.openxmlformats.org/drawingml/2006/main">
              <a:ext uri="{FF2B5EF4-FFF2-40B4-BE49-F238E27FC236}">
                <a16:creationId xmlns:a16="http://schemas.microsoft.com/office/drawing/2014/main" id="{36332F2A-1779-4FDB-88F6-03703C174DD0}"/>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Pertukaran data antar-Activity</a:t>
            </a:r>
          </a:p>
        </p:txBody>
      </p:sp>
      <p:sp>
        <p:nvSpPr>
          <p:cNvPr id="3" name="text-2">
            <a:extLst xmlns:a="http://schemas.openxmlformats.org/drawingml/2006/main">
              <a:ext uri="{FF2B5EF4-FFF2-40B4-BE49-F238E27FC236}">
                <a16:creationId xmlns:a16="http://schemas.microsoft.com/office/drawing/2014/main" id="{64A8DD60-C45F-4F4A-85D6-51629586560C}"/>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2, hlm. PDF 18 dan 24–29</a:t>
            </a:r>
          </a:p>
        </p:txBody>
      </p:sp>
      <p:sp>
        <p:nvSpPr>
          <p:cNvPr id="4" name="text-3">
            <a:extLst xmlns:a="http://schemas.openxmlformats.org/drawingml/2006/main">
              <a:ext uri="{FF2B5EF4-FFF2-40B4-BE49-F238E27FC236}">
                <a16:creationId xmlns:a16="http://schemas.microsoft.com/office/drawing/2014/main" id="{1EC17F87-F5E4-4CFC-AB3D-525BBDC78325}"/>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10</a:t>
            </a:r>
          </a:p>
        </p:txBody>
      </p:sp>
      <p:sp>
        <p:nvSpPr>
          <p:cNvPr id="5" name="text-4">
            <a:extLst xmlns:a="http://schemas.openxmlformats.org/drawingml/2006/main">
              <a:ext uri="{FF2B5EF4-FFF2-40B4-BE49-F238E27FC236}">
                <a16:creationId xmlns:a16="http://schemas.microsoft.com/office/drawing/2014/main" id="{532B2499-1B25-4E00-8105-E46348590283}"/>
              </a:ext>
            </a:extLst>
          </p:cNvPr>
          <p:cNvSpPr>
            <a:spLocks xmlns:a="http://schemas.openxmlformats.org/drawingml/2006/main" noGrp="1"/>
          </p:cNvSpPr>
          <p:nvPr/>
        </p:nvSpPr>
        <p:spPr>
          <a:xfrm xmlns:a="http://schemas.openxmlformats.org/drawingml/2006/main">
            <a:off x="609600" y="2009775"/>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Pengirim</a:t>
            </a:r>
          </a:p>
        </p:txBody>
      </p:sp>
      <p:sp>
        <p:nvSpPr>
          <p:cNvPr id="6" name="text-5">
            <a:extLst xmlns:a="http://schemas.openxmlformats.org/drawingml/2006/main">
              <a:ext uri="{FF2B5EF4-FFF2-40B4-BE49-F238E27FC236}">
                <a16:creationId xmlns:a16="http://schemas.microsoft.com/office/drawing/2014/main" id="{EA65D213-D7CA-4943-8E7B-451F528B32D8}"/>
              </a:ext>
            </a:extLst>
          </p:cNvPr>
          <p:cNvSpPr>
            <a:spLocks xmlns:a="http://schemas.openxmlformats.org/drawingml/2006/main" noGrp="1"/>
          </p:cNvSpPr>
          <p:nvPr/>
        </p:nvSpPr>
        <p:spPr>
          <a:xfrm xmlns:a="http://schemas.openxmlformats.org/drawingml/2006/main">
            <a:off x="609600" y="2476500"/>
            <a:ext cx="523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Simpan pasangan key-value ke Intent.</a:t>
            </a:r>
          </a:p>
        </p:txBody>
      </p:sp>
      <p:sp>
        <p:nvSpPr>
          <p:cNvPr id="7" name="text-6">
            <a:extLst xmlns:a="http://schemas.openxmlformats.org/drawingml/2006/main">
              <a:ext uri="{FF2B5EF4-FFF2-40B4-BE49-F238E27FC236}">
                <a16:creationId xmlns:a16="http://schemas.microsoft.com/office/drawing/2014/main" id="{E5919B7E-315E-4E64-959D-A9ED7B2B3929}"/>
              </a:ext>
            </a:extLst>
          </p:cNvPr>
          <p:cNvSpPr>
            <a:spLocks xmlns:a="http://schemas.openxmlformats.org/drawingml/2006/main" noGrp="1"/>
          </p:cNvSpPr>
          <p:nvPr/>
        </p:nvSpPr>
        <p:spPr>
          <a:xfrm xmlns:a="http://schemas.openxmlformats.org/drawingml/2006/main">
            <a:off x="609600" y="3095625"/>
            <a:ext cx="5381625" cy="1781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7DE2BA"/>
                </a:solidFill>
                <a:latin typeface="DejaVu Sans Mono"/>
                <a:ea typeface="DejaVu Sans Mono"/>
                <a:cs typeface="DejaVu Sans Mono"/>
              </a:defRPr>
            </a:defPPr>
            <a:lvl1pPr>
              <a:defRPr sz="1725" b="0">
                <a:solidFill>
                  <a:srgbClr val="7DE2BA"/>
                </a:solidFill>
                <a:latin typeface="DejaVu Sans Mono"/>
                <a:ea typeface="DejaVu Sans Mono"/>
                <a:cs typeface="DejaVu Sans Mono"/>
              </a:defRPr>
            </a:lvl1pPr>
            <a:lvl2pPr>
              <a:defRPr sz="1725" b="0">
                <a:solidFill>
                  <a:srgbClr val="7DE2BA"/>
                </a:solidFill>
                <a:latin typeface="DejaVu Sans Mono"/>
                <a:ea typeface="DejaVu Sans Mono"/>
                <a:cs typeface="DejaVu Sans Mono"/>
              </a:defRPr>
            </a:lvl2pPr>
            <a:lvl3pPr>
              <a:defRPr sz="1725" b="0">
                <a:solidFill>
                  <a:srgbClr val="7DE2BA"/>
                </a:solidFill>
                <a:latin typeface="DejaVu Sans Mono"/>
                <a:ea typeface="DejaVu Sans Mono"/>
                <a:cs typeface="DejaVu Sans Mono"/>
              </a:defRPr>
            </a:lvl3pPr>
            <a:lvl4pPr>
              <a:defRPr sz="1725" b="0">
                <a:solidFill>
                  <a:srgbClr val="7DE2BA"/>
                </a:solidFill>
                <a:latin typeface="DejaVu Sans Mono"/>
                <a:ea typeface="DejaVu Sans Mono"/>
                <a:cs typeface="DejaVu Sans Mono"/>
              </a:defRPr>
            </a:lvl4pPr>
            <a:lvl5pPr>
              <a:defRPr sz="1725" b="0">
                <a:solidFill>
                  <a:srgbClr val="7DE2BA"/>
                </a:solidFill>
                <a:latin typeface="DejaVu Sans Mono"/>
                <a:ea typeface="DejaVu Sans Mono"/>
                <a:cs typeface="DejaVu Sans Mono"/>
              </a:defRPr>
            </a:lvl5pPr>
            <a:lvl6pPr>
              <a:defRPr sz="1725" b="0">
                <a:solidFill>
                  <a:srgbClr val="7DE2BA"/>
                </a:solidFill>
                <a:latin typeface="DejaVu Sans Mono"/>
                <a:ea typeface="DejaVu Sans Mono"/>
                <a:cs typeface="DejaVu Sans Mono"/>
              </a:defRPr>
            </a:lvl6pPr>
            <a:lvl7pPr>
              <a:defRPr sz="1725" b="0">
                <a:solidFill>
                  <a:srgbClr val="7DE2BA"/>
                </a:solidFill>
                <a:latin typeface="DejaVu Sans Mono"/>
                <a:ea typeface="DejaVu Sans Mono"/>
                <a:cs typeface="DejaVu Sans Mono"/>
              </a:defRPr>
            </a:lvl7pPr>
            <a:lvl8pPr>
              <a:defRPr sz="1725" b="0">
                <a:solidFill>
                  <a:srgbClr val="7DE2BA"/>
                </a:solidFill>
                <a:latin typeface="DejaVu Sans Mono"/>
                <a:ea typeface="DejaVu Sans Mono"/>
                <a:cs typeface="DejaVu Sans Mono"/>
              </a:defRPr>
            </a:lvl8pPr>
            <a:lvl9pPr>
              <a:defRPr sz="1725" b="0">
                <a:solidFill>
                  <a:srgbClr val="7DE2BA"/>
                </a:solidFill>
                <a:latin typeface="DejaVu Sans Mono"/>
                <a:ea typeface="DejaVu Sans Mono"/>
                <a:cs typeface="DejaVu Sans Mono"/>
              </a:defRPr>
            </a:lvl9pPr>
          </a:lstStyle>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Intent i = new Intent(</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this, DetailActivity.class);</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i.putExtra("nama", "Erma");</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startActivity(i);</a:t>
            </a:r>
          </a:p>
        </p:txBody>
      </p:sp>
      <p:sp>
        <p:nvSpPr>
          <p:cNvPr id="8" name="text-7">
            <a:extLst xmlns:a="http://schemas.openxmlformats.org/drawingml/2006/main">
              <a:ext uri="{FF2B5EF4-FFF2-40B4-BE49-F238E27FC236}">
                <a16:creationId xmlns:a16="http://schemas.microsoft.com/office/drawing/2014/main" id="{A5885EC3-25FD-405D-9C57-257CCEC7CBB6}"/>
              </a:ext>
            </a:extLst>
          </p:cNvPr>
          <p:cNvSpPr>
            <a:spLocks xmlns:a="http://schemas.openxmlformats.org/drawingml/2006/main" noGrp="1"/>
          </p:cNvSpPr>
          <p:nvPr/>
        </p:nvSpPr>
        <p:spPr>
          <a:xfrm xmlns:a="http://schemas.openxmlformats.org/drawingml/2006/main">
            <a:off x="6419850" y="2009775"/>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Penerima</a:t>
            </a:r>
          </a:p>
        </p:txBody>
      </p:sp>
      <p:sp>
        <p:nvSpPr>
          <p:cNvPr id="9" name="text-8">
            <a:extLst xmlns:a="http://schemas.openxmlformats.org/drawingml/2006/main">
              <a:ext uri="{FF2B5EF4-FFF2-40B4-BE49-F238E27FC236}">
                <a16:creationId xmlns:a16="http://schemas.microsoft.com/office/drawing/2014/main" id="{C8EEBA25-21D2-4464-838D-7595F04D5521}"/>
              </a:ext>
            </a:extLst>
          </p:cNvPr>
          <p:cNvSpPr>
            <a:spLocks xmlns:a="http://schemas.openxmlformats.org/drawingml/2006/main" noGrp="1"/>
          </p:cNvSpPr>
          <p:nvPr/>
        </p:nvSpPr>
        <p:spPr>
          <a:xfrm xmlns:a="http://schemas.openxmlformats.org/drawingml/2006/main">
            <a:off x="6419850" y="247650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Ambil nilai dengan key dan tipe yang sama.</a:t>
            </a:r>
          </a:p>
        </p:txBody>
      </p:sp>
      <p:sp>
        <p:nvSpPr>
          <p:cNvPr id="10" name="text-9">
            <a:extLst xmlns:a="http://schemas.openxmlformats.org/drawingml/2006/main">
              <a:ext uri="{FF2B5EF4-FFF2-40B4-BE49-F238E27FC236}">
                <a16:creationId xmlns:a16="http://schemas.microsoft.com/office/drawing/2014/main" id="{C2FC7F26-9115-47DE-BD46-A891B173E5D2}"/>
              </a:ext>
            </a:extLst>
          </p:cNvPr>
          <p:cNvSpPr>
            <a:spLocks xmlns:a="http://schemas.openxmlformats.org/drawingml/2006/main" noGrp="1"/>
          </p:cNvSpPr>
          <p:nvPr/>
        </p:nvSpPr>
        <p:spPr>
          <a:xfrm xmlns:a="http://schemas.openxmlformats.org/drawingml/2006/main">
            <a:off x="6419850" y="3095625"/>
            <a:ext cx="5143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7DE2BA"/>
                </a:solidFill>
                <a:latin typeface="DejaVu Sans Mono"/>
                <a:ea typeface="DejaVu Sans Mono"/>
                <a:cs typeface="DejaVu Sans Mono"/>
              </a:defRPr>
            </a:defPPr>
            <a:lvl1pPr>
              <a:defRPr sz="1725" b="0">
                <a:solidFill>
                  <a:srgbClr val="7DE2BA"/>
                </a:solidFill>
                <a:latin typeface="DejaVu Sans Mono"/>
                <a:ea typeface="DejaVu Sans Mono"/>
                <a:cs typeface="DejaVu Sans Mono"/>
              </a:defRPr>
            </a:lvl1pPr>
            <a:lvl2pPr>
              <a:defRPr sz="1725" b="0">
                <a:solidFill>
                  <a:srgbClr val="7DE2BA"/>
                </a:solidFill>
                <a:latin typeface="DejaVu Sans Mono"/>
                <a:ea typeface="DejaVu Sans Mono"/>
                <a:cs typeface="DejaVu Sans Mono"/>
              </a:defRPr>
            </a:lvl2pPr>
            <a:lvl3pPr>
              <a:defRPr sz="1725" b="0">
                <a:solidFill>
                  <a:srgbClr val="7DE2BA"/>
                </a:solidFill>
                <a:latin typeface="DejaVu Sans Mono"/>
                <a:ea typeface="DejaVu Sans Mono"/>
                <a:cs typeface="DejaVu Sans Mono"/>
              </a:defRPr>
            </a:lvl3pPr>
            <a:lvl4pPr>
              <a:defRPr sz="1725" b="0">
                <a:solidFill>
                  <a:srgbClr val="7DE2BA"/>
                </a:solidFill>
                <a:latin typeface="DejaVu Sans Mono"/>
                <a:ea typeface="DejaVu Sans Mono"/>
                <a:cs typeface="DejaVu Sans Mono"/>
              </a:defRPr>
            </a:lvl4pPr>
            <a:lvl5pPr>
              <a:defRPr sz="1725" b="0">
                <a:solidFill>
                  <a:srgbClr val="7DE2BA"/>
                </a:solidFill>
                <a:latin typeface="DejaVu Sans Mono"/>
                <a:ea typeface="DejaVu Sans Mono"/>
                <a:cs typeface="DejaVu Sans Mono"/>
              </a:defRPr>
            </a:lvl5pPr>
            <a:lvl6pPr>
              <a:defRPr sz="1725" b="0">
                <a:solidFill>
                  <a:srgbClr val="7DE2BA"/>
                </a:solidFill>
                <a:latin typeface="DejaVu Sans Mono"/>
                <a:ea typeface="DejaVu Sans Mono"/>
                <a:cs typeface="DejaVu Sans Mono"/>
              </a:defRPr>
            </a:lvl6pPr>
            <a:lvl7pPr>
              <a:defRPr sz="1725" b="0">
                <a:solidFill>
                  <a:srgbClr val="7DE2BA"/>
                </a:solidFill>
                <a:latin typeface="DejaVu Sans Mono"/>
                <a:ea typeface="DejaVu Sans Mono"/>
                <a:cs typeface="DejaVu Sans Mono"/>
              </a:defRPr>
            </a:lvl7pPr>
            <a:lvl8pPr>
              <a:defRPr sz="1725" b="0">
                <a:solidFill>
                  <a:srgbClr val="7DE2BA"/>
                </a:solidFill>
                <a:latin typeface="DejaVu Sans Mono"/>
                <a:ea typeface="DejaVu Sans Mono"/>
                <a:cs typeface="DejaVu Sans Mono"/>
              </a:defRPr>
            </a:lvl8pPr>
            <a:lvl9pPr>
              <a:defRPr sz="1725" b="0">
                <a:solidFill>
                  <a:srgbClr val="7DE2BA"/>
                </a:solidFill>
                <a:latin typeface="DejaVu Sans Mono"/>
                <a:ea typeface="DejaVu Sans Mono"/>
                <a:cs typeface="DejaVu Sans Mono"/>
              </a:defRPr>
            </a:lvl9pPr>
          </a:lstStyle>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String nama = getIntent()</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.getStringExtra("nama");</a:t>
            </a:r>
          </a:p>
        </p:txBody>
      </p:sp>
      <p:sp>
        <p:nvSpPr>
          <p:cNvPr id="11" name="text-10">
            <a:extLst xmlns:a="http://schemas.openxmlformats.org/drawingml/2006/main">
              <a:ext uri="{FF2B5EF4-FFF2-40B4-BE49-F238E27FC236}">
                <a16:creationId xmlns:a16="http://schemas.microsoft.com/office/drawing/2014/main" id="{3F8E5FF9-7DB5-4B63-9DDC-D78D8F67B5AC}"/>
              </a:ext>
            </a:extLst>
          </p:cNvPr>
          <p:cNvSpPr>
            <a:spLocks xmlns:a="http://schemas.openxmlformats.org/drawingml/2006/main" noGrp="1"/>
          </p:cNvSpPr>
          <p:nvPr/>
        </p:nvSpPr>
        <p:spPr>
          <a:xfrm xmlns:a="http://schemas.openxmlformats.org/drawingml/2006/main">
            <a:off x="609600" y="5381625"/>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URI menyatakan lokasi data. Extras atau Bundle membawa nilai. Parcelable mendukung pengiriman objek.</a:t>
            </a:r>
          </a:p>
        </p:txBody>
      </p:sp>
    </p:spTree>
    <p:extLst>
      <p:ext uri="{BB962C8B-B14F-4D97-AF65-F5344CB8AC3E}">
        <p14:creationId xmlns:p14="http://schemas.microsoft.com/office/powerpoint/2010/main" val="2130265731"/>
      </p:ext>
    </p:extLst>
  </p:cSld>
</p:sld>
</file>

<file path=ppt/slides/slide1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9DBB5A10-960A-449A-B861-9C19FDF37155}"/>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02 / KOMPONEN DASAR</a:t>
            </a:r>
          </a:p>
        </p:txBody>
      </p:sp>
      <p:sp>
        <p:nvSpPr>
          <p:cNvPr id="2" name="slide-title">
            <a:extLst xmlns:a="http://schemas.openxmlformats.org/drawingml/2006/main">
              <a:ext uri="{FF2B5EF4-FFF2-40B4-BE49-F238E27FC236}">
                <a16:creationId xmlns:a16="http://schemas.microsoft.com/office/drawing/2014/main" id="{3B5F3D64-3AC1-4692-9FAC-1BEACF8B2795}"/>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Fragment untuk antarmuka modular</a:t>
            </a:r>
          </a:p>
        </p:txBody>
      </p:sp>
      <p:sp>
        <p:nvSpPr>
          <p:cNvPr id="3" name="text-2">
            <a:extLst xmlns:a="http://schemas.openxmlformats.org/drawingml/2006/main">
              <a:ext uri="{FF2B5EF4-FFF2-40B4-BE49-F238E27FC236}">
                <a16:creationId xmlns:a16="http://schemas.microsoft.com/office/drawing/2014/main" id="{3DBE55CE-FEEE-42A7-BDE3-D817050AD32A}"/>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2, hlm. PDF 20–23. Diagram asli dari modul</a:t>
            </a:r>
          </a:p>
        </p:txBody>
      </p:sp>
      <p:sp>
        <p:nvSpPr>
          <p:cNvPr id="4" name="text-3">
            <a:extLst xmlns:a="http://schemas.openxmlformats.org/drawingml/2006/main">
              <a:ext uri="{FF2B5EF4-FFF2-40B4-BE49-F238E27FC236}">
                <a16:creationId xmlns:a16="http://schemas.microsoft.com/office/drawing/2014/main" id="{BD5132D8-915B-433D-B57D-06191E71B544}"/>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11</a:t>
            </a:r>
          </a:p>
        </p:txBody>
      </p:sp>
      <p:sp>
        <p:nvSpPr>
          <p:cNvPr id="5" name="text-4">
            <a:extLst xmlns:a="http://schemas.openxmlformats.org/drawingml/2006/main">
              <a:ext uri="{FF2B5EF4-FFF2-40B4-BE49-F238E27FC236}">
                <a16:creationId xmlns:a16="http://schemas.microsoft.com/office/drawing/2014/main" id="{7D9ED29E-060C-4FC1-BB3A-EEF8938B7B77}"/>
              </a:ext>
            </a:extLst>
          </p:cNvPr>
          <p:cNvSpPr>
            <a:spLocks xmlns:a="http://schemas.openxmlformats.org/drawingml/2006/main" noGrp="1"/>
          </p:cNvSpPr>
          <p:nvPr/>
        </p:nvSpPr>
        <p:spPr>
          <a:xfrm xmlns:a="http://schemas.openxmlformats.org/drawingml/2006/main">
            <a:off x="609600" y="2076450"/>
            <a:ext cx="5924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Antarmuka yang dapat dipakai ulang</a:t>
            </a:r>
          </a:p>
        </p:txBody>
      </p:sp>
      <p:sp>
        <p:nvSpPr>
          <p:cNvPr id="6" name="text-5">
            <a:extLst xmlns:a="http://schemas.openxmlformats.org/drawingml/2006/main">
              <a:ext uri="{FF2B5EF4-FFF2-40B4-BE49-F238E27FC236}">
                <a16:creationId xmlns:a16="http://schemas.microsoft.com/office/drawing/2014/main" id="{AB1683DE-441A-47B2-8612-5EEC1CB2CB47}"/>
              </a:ext>
            </a:extLst>
          </p:cNvPr>
          <p:cNvSpPr>
            <a:spLocks xmlns:a="http://schemas.openxmlformats.org/drawingml/2006/main" noGrp="1"/>
          </p:cNvSpPr>
          <p:nvPr/>
        </p:nvSpPr>
        <p:spPr>
          <a:xfrm xmlns:a="http://schemas.openxmlformats.org/drawingml/2006/main">
            <a:off x="609600" y="2543175"/>
            <a:ext cx="59245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02A38"/>
                </a:solidFill>
                <a:latin typeface="DejaVu Sans"/>
                <a:ea typeface="DejaVu Sans"/>
                <a:cs typeface="DejaVu Sans"/>
              </a:defRPr>
            </a:defPPr>
            <a:lvl1pPr>
              <a:defRPr sz="2025" b="0">
                <a:solidFill>
                  <a:srgbClr val="102A38"/>
                </a:solidFill>
                <a:latin typeface="DejaVu Sans"/>
                <a:ea typeface="DejaVu Sans"/>
                <a:cs typeface="DejaVu Sans"/>
              </a:defRPr>
            </a:lvl1pPr>
            <a:lvl2pPr>
              <a:defRPr sz="2025" b="0">
                <a:solidFill>
                  <a:srgbClr val="102A38"/>
                </a:solidFill>
                <a:latin typeface="DejaVu Sans"/>
                <a:ea typeface="DejaVu Sans"/>
                <a:cs typeface="DejaVu Sans"/>
              </a:defRPr>
            </a:lvl2pPr>
            <a:lvl3pPr>
              <a:defRPr sz="2025" b="0">
                <a:solidFill>
                  <a:srgbClr val="102A38"/>
                </a:solidFill>
                <a:latin typeface="DejaVu Sans"/>
                <a:ea typeface="DejaVu Sans"/>
                <a:cs typeface="DejaVu Sans"/>
              </a:defRPr>
            </a:lvl3pPr>
            <a:lvl4pPr>
              <a:defRPr sz="2025" b="0">
                <a:solidFill>
                  <a:srgbClr val="102A38"/>
                </a:solidFill>
                <a:latin typeface="DejaVu Sans"/>
                <a:ea typeface="DejaVu Sans"/>
                <a:cs typeface="DejaVu Sans"/>
              </a:defRPr>
            </a:lvl4pPr>
            <a:lvl5pPr>
              <a:defRPr sz="2025" b="0">
                <a:solidFill>
                  <a:srgbClr val="102A38"/>
                </a:solidFill>
                <a:latin typeface="DejaVu Sans"/>
                <a:ea typeface="DejaVu Sans"/>
                <a:cs typeface="DejaVu Sans"/>
              </a:defRPr>
            </a:lvl5pPr>
            <a:lvl6pPr>
              <a:defRPr sz="2025" b="0">
                <a:solidFill>
                  <a:srgbClr val="102A38"/>
                </a:solidFill>
                <a:latin typeface="DejaVu Sans"/>
                <a:ea typeface="DejaVu Sans"/>
                <a:cs typeface="DejaVu Sans"/>
              </a:defRPr>
            </a:lvl6pPr>
            <a:lvl7pPr>
              <a:defRPr sz="2025" b="0">
                <a:solidFill>
                  <a:srgbClr val="102A38"/>
                </a:solidFill>
                <a:latin typeface="DejaVu Sans"/>
                <a:ea typeface="DejaVu Sans"/>
                <a:cs typeface="DejaVu Sans"/>
              </a:defRPr>
            </a:lvl7pPr>
            <a:lvl8pPr>
              <a:defRPr sz="2025" b="0">
                <a:solidFill>
                  <a:srgbClr val="102A38"/>
                </a:solidFill>
                <a:latin typeface="DejaVu Sans"/>
                <a:ea typeface="DejaVu Sans"/>
                <a:cs typeface="DejaVu Sans"/>
              </a:defRPr>
            </a:lvl8pPr>
            <a:lvl9pPr>
              <a:defRPr sz="2025" b="0">
                <a:solidFill>
                  <a:srgbClr val="102A38"/>
                </a:solidFill>
                <a:latin typeface="DejaVu Sans"/>
                <a:ea typeface="DejaVu Sans"/>
                <a:cs typeface="DejaVu Sans"/>
              </a:defRPr>
            </a:lvl9pPr>
          </a:lstStyle>
          <a:p xmlns:a="http://schemas.openxmlformats.org/drawingml/2006/main">
            <a:pPr>
              <a:defRPr sz="2025" b="0">
                <a:solidFill>
                  <a:srgbClr val="102A38"/>
                </a:solidFill>
                <a:latin typeface="DejaVu Sans"/>
                <a:ea typeface="DejaVu Sans"/>
                <a:cs typeface="DejaVu Sans"/>
              </a:defRPr>
            </a:pPr>
            <a:r>
              <a:rPr sz="2025" b="0">
                <a:solidFill>
                  <a:srgbClr val="102A38"/>
                </a:solidFill>
                <a:latin typeface="DejaVu Sans"/>
                <a:ea typeface="DejaVu Sans"/>
                <a:cs typeface="DejaVu Sans"/>
              </a:rPr>
              <a:t>Fragment hidup di dalam Activity dan memiliki layout serta daur hidup sendiri.</a:t>
            </a:r>
          </a:p>
        </p:txBody>
      </p:sp>
      <p:sp>
        <p:nvSpPr>
          <p:cNvPr id="7" name="text-6">
            <a:extLst xmlns:a="http://schemas.openxmlformats.org/drawingml/2006/main">
              <a:ext uri="{FF2B5EF4-FFF2-40B4-BE49-F238E27FC236}">
                <a16:creationId xmlns:a16="http://schemas.microsoft.com/office/drawing/2014/main" id="{228CE9B6-A295-4498-A15C-BB485F3D9981}"/>
              </a:ext>
            </a:extLst>
          </p:cNvPr>
          <p:cNvSpPr>
            <a:spLocks xmlns:a="http://schemas.openxmlformats.org/drawingml/2006/main" noGrp="1"/>
          </p:cNvSpPr>
          <p:nvPr/>
        </p:nvSpPr>
        <p:spPr>
          <a:xfrm xmlns:a="http://schemas.openxmlformats.org/drawingml/2006/main">
            <a:off x="609600" y="4191000"/>
            <a:ext cx="581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Satu Activity, beberapa Fragment</a:t>
            </a:r>
          </a:p>
        </p:txBody>
      </p:sp>
      <p:sp>
        <p:nvSpPr>
          <p:cNvPr id="8" name="text-7">
            <a:extLst xmlns:a="http://schemas.openxmlformats.org/drawingml/2006/main">
              <a:ext uri="{FF2B5EF4-FFF2-40B4-BE49-F238E27FC236}">
                <a16:creationId xmlns:a16="http://schemas.microsoft.com/office/drawing/2014/main" id="{C092E8F1-68EF-46DF-9EDB-0B6E7B152FFA}"/>
              </a:ext>
            </a:extLst>
          </p:cNvPr>
          <p:cNvSpPr>
            <a:spLocks xmlns:a="http://schemas.openxmlformats.org/drawingml/2006/main" noGrp="1"/>
          </p:cNvSpPr>
          <p:nvPr/>
        </p:nvSpPr>
        <p:spPr>
          <a:xfrm xmlns:a="http://schemas.openxmlformats.org/drawingml/2006/main">
            <a:off x="609600" y="4657725"/>
            <a:ext cx="5810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02A38"/>
                </a:solidFill>
                <a:latin typeface="DejaVu Sans"/>
                <a:ea typeface="DejaVu Sans"/>
                <a:cs typeface="DejaVu Sans"/>
              </a:defRPr>
            </a:defPPr>
            <a:lvl1pPr>
              <a:defRPr sz="2025" b="0">
                <a:solidFill>
                  <a:srgbClr val="102A38"/>
                </a:solidFill>
                <a:latin typeface="DejaVu Sans"/>
                <a:ea typeface="DejaVu Sans"/>
                <a:cs typeface="DejaVu Sans"/>
              </a:defRPr>
            </a:lvl1pPr>
            <a:lvl2pPr>
              <a:defRPr sz="2025" b="0">
                <a:solidFill>
                  <a:srgbClr val="102A38"/>
                </a:solidFill>
                <a:latin typeface="DejaVu Sans"/>
                <a:ea typeface="DejaVu Sans"/>
                <a:cs typeface="DejaVu Sans"/>
              </a:defRPr>
            </a:lvl2pPr>
            <a:lvl3pPr>
              <a:defRPr sz="2025" b="0">
                <a:solidFill>
                  <a:srgbClr val="102A38"/>
                </a:solidFill>
                <a:latin typeface="DejaVu Sans"/>
                <a:ea typeface="DejaVu Sans"/>
                <a:cs typeface="DejaVu Sans"/>
              </a:defRPr>
            </a:lvl3pPr>
            <a:lvl4pPr>
              <a:defRPr sz="2025" b="0">
                <a:solidFill>
                  <a:srgbClr val="102A38"/>
                </a:solidFill>
                <a:latin typeface="DejaVu Sans"/>
                <a:ea typeface="DejaVu Sans"/>
                <a:cs typeface="DejaVu Sans"/>
              </a:defRPr>
            </a:lvl4pPr>
            <a:lvl5pPr>
              <a:defRPr sz="2025" b="0">
                <a:solidFill>
                  <a:srgbClr val="102A38"/>
                </a:solidFill>
                <a:latin typeface="DejaVu Sans"/>
                <a:ea typeface="DejaVu Sans"/>
                <a:cs typeface="DejaVu Sans"/>
              </a:defRPr>
            </a:lvl5pPr>
            <a:lvl6pPr>
              <a:defRPr sz="2025" b="0">
                <a:solidFill>
                  <a:srgbClr val="102A38"/>
                </a:solidFill>
                <a:latin typeface="DejaVu Sans"/>
                <a:ea typeface="DejaVu Sans"/>
                <a:cs typeface="DejaVu Sans"/>
              </a:defRPr>
            </a:lvl6pPr>
            <a:lvl7pPr>
              <a:defRPr sz="2025" b="0">
                <a:solidFill>
                  <a:srgbClr val="102A38"/>
                </a:solidFill>
                <a:latin typeface="DejaVu Sans"/>
                <a:ea typeface="DejaVu Sans"/>
                <a:cs typeface="DejaVu Sans"/>
              </a:defRPr>
            </a:lvl7pPr>
            <a:lvl8pPr>
              <a:defRPr sz="2025" b="0">
                <a:solidFill>
                  <a:srgbClr val="102A38"/>
                </a:solidFill>
                <a:latin typeface="DejaVu Sans"/>
                <a:ea typeface="DejaVu Sans"/>
                <a:cs typeface="DejaVu Sans"/>
              </a:defRPr>
            </a:lvl8pPr>
            <a:lvl9pPr>
              <a:defRPr sz="2025" b="0">
                <a:solidFill>
                  <a:srgbClr val="102A38"/>
                </a:solidFill>
                <a:latin typeface="DejaVu Sans"/>
                <a:ea typeface="DejaVu Sans"/>
                <a:cs typeface="DejaVu Sans"/>
              </a:defRPr>
            </a:lvl9pPr>
          </a:lstStyle>
          <a:p xmlns:a="http://schemas.openxmlformats.org/drawingml/2006/main">
            <a:pPr>
              <a:defRPr sz="2025" b="0">
                <a:solidFill>
                  <a:srgbClr val="102A38"/>
                </a:solidFill>
                <a:latin typeface="DejaVu Sans"/>
                <a:ea typeface="DejaVu Sans"/>
                <a:cs typeface="DejaVu Sans"/>
              </a:defRPr>
            </a:pPr>
            <a:r>
              <a:rPr sz="2025" b="0">
                <a:solidFill>
                  <a:srgbClr val="102A38"/>
                </a:solidFill>
                <a:latin typeface="DejaVu Sans"/>
                <a:ea typeface="DejaVu Sans"/>
                <a:cs typeface="DejaVu Sans"/>
              </a:rPr>
              <a:t>Komposisi tampilan dapat berubah tanpa selalu membuat Activity baru.</a:t>
            </a:r>
          </a:p>
        </p:txBody>
      </p:sp>
      <p:pic>
        <p:nvPicPr>
          <p:cNvPr id="9" name="">
            <a:extLst xmlns:a="http://schemas.openxmlformats.org/drawingml/2006/main">
              <a:ext uri="{FF2B5EF4-FFF2-40B4-BE49-F238E27FC236}">
                <a16:creationId xmlns:a16="http://schemas.microsoft.com/office/drawing/2014/main" id="{91D160A2-13D7-4F58-9096-99C050D4F835}"/>
              </a:ext>
            </a:extLst>
          </p:cNvPr>
          <p:cNvPicPr>
            <a:picLocks xmlns:a="http://schemas.openxmlformats.org/drawingml/2006/main" noChangeAspect="1"/>
          </p:cNvPicPr>
          <p:nvPr/>
        </p:nvPicPr>
        <p:blipFill>
          <a:blip xmlns:r="http://schemas.openxmlformats.org/officeDocument/2006/relationships" xmlns:a="http://schemas.openxmlformats.org/drawingml/2006/main" r:embed="R5e5dae3b26754765"/>
          <a:stretch xmlns:a="http://schemas.openxmlformats.org/drawingml/2006/main"/>
        </p:blipFill>
        <p:spPr>
          <a:xfrm xmlns:a="http://schemas.openxmlformats.org/drawingml/2006/main">
            <a:off x="7326759" y="1752600"/>
            <a:ext cx="3682108" cy="4505325"/>
          </a:xfrm>
          <a:prstGeom xmlns:a="http://schemas.openxmlformats.org/drawingml/2006/main" prst="rect">
            <a:avLst/>
          </a:prstGeom>
        </p:spPr>
      </p:pic>
    </p:spTree>
    <p:extLst>
      <p:ext uri="{BB962C8B-B14F-4D97-AF65-F5344CB8AC3E}">
        <p14:creationId xmlns:p14="http://schemas.microsoft.com/office/powerpoint/2010/main" val="1725161459"/>
      </p:ext>
    </p:extLst>
  </p:cSld>
</p:sld>
</file>

<file path=ppt/slides/slide1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54B0DAE-9128-4CF6-ACB6-84BB014009FF}"/>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03 / UI DAN UX</a:t>
            </a:r>
          </a:p>
        </p:txBody>
      </p:sp>
      <p:sp>
        <p:nvSpPr>
          <p:cNvPr id="2" name="slide-title">
            <a:extLst xmlns:a="http://schemas.openxmlformats.org/drawingml/2006/main">
              <a:ext uri="{FF2B5EF4-FFF2-40B4-BE49-F238E27FC236}">
                <a16:creationId xmlns:a16="http://schemas.microsoft.com/office/drawing/2014/main" id="{480CD5BE-1FD6-4102-A09D-CAF31FFD5A2F}"/>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Antarmuka dan pengalaman pengguna</a:t>
            </a:r>
          </a:p>
        </p:txBody>
      </p:sp>
      <p:sp>
        <p:nvSpPr>
          <p:cNvPr id="3" name="text-2">
            <a:extLst xmlns:a="http://schemas.openxmlformats.org/drawingml/2006/main">
              <a:ext uri="{FF2B5EF4-FFF2-40B4-BE49-F238E27FC236}">
                <a16:creationId xmlns:a16="http://schemas.microsoft.com/office/drawing/2014/main" id="{4A78C1D4-6F58-43C3-BFDD-E9FCF6282B4E}"/>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3, hlm. PDF 4–9</a:t>
            </a:r>
          </a:p>
        </p:txBody>
      </p:sp>
      <p:sp>
        <p:nvSpPr>
          <p:cNvPr id="4" name="text-3">
            <a:extLst xmlns:a="http://schemas.openxmlformats.org/drawingml/2006/main">
              <a:ext uri="{FF2B5EF4-FFF2-40B4-BE49-F238E27FC236}">
                <a16:creationId xmlns:a16="http://schemas.microsoft.com/office/drawing/2014/main" id="{A37E9E7A-B4E9-40CE-BECC-C93AA1B2D90C}"/>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12</a:t>
            </a:r>
          </a:p>
        </p:txBody>
      </p:sp>
      <p:sp>
        <p:nvSpPr>
          <p:cNvPr id="5" name="text-4">
            <a:extLst xmlns:a="http://schemas.openxmlformats.org/drawingml/2006/main">
              <a:ext uri="{FF2B5EF4-FFF2-40B4-BE49-F238E27FC236}">
                <a16:creationId xmlns:a16="http://schemas.microsoft.com/office/drawing/2014/main" id="{F8507B26-6E85-47A9-8237-A73704BDA709}"/>
              </a:ext>
            </a:extLst>
          </p:cNvPr>
          <p:cNvSpPr>
            <a:spLocks xmlns:a="http://schemas.openxmlformats.org/drawingml/2006/main" noGrp="1"/>
          </p:cNvSpPr>
          <p:nvPr/>
        </p:nvSpPr>
        <p:spPr>
          <a:xfrm xmlns:a="http://schemas.openxmlformats.org/drawingml/2006/main">
            <a:off x="609600" y="1971675"/>
            <a:ext cx="247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7DE2BA"/>
                </a:solidFill>
                <a:latin typeface="DejaVu Sans"/>
                <a:ea typeface="DejaVu Sans"/>
                <a:cs typeface="DejaVu Sans"/>
              </a:defRPr>
            </a:defPPr>
            <a:lvl1pPr>
              <a:defRPr sz="6450" b="1">
                <a:solidFill>
                  <a:srgbClr val="7DE2BA"/>
                </a:solidFill>
                <a:latin typeface="DejaVu Sans"/>
                <a:ea typeface="DejaVu Sans"/>
                <a:cs typeface="DejaVu Sans"/>
              </a:defRPr>
            </a:lvl1pPr>
            <a:lvl2pPr>
              <a:defRPr sz="6450" b="1">
                <a:solidFill>
                  <a:srgbClr val="7DE2BA"/>
                </a:solidFill>
                <a:latin typeface="DejaVu Sans"/>
                <a:ea typeface="DejaVu Sans"/>
                <a:cs typeface="DejaVu Sans"/>
              </a:defRPr>
            </a:lvl2pPr>
            <a:lvl3pPr>
              <a:defRPr sz="6450" b="1">
                <a:solidFill>
                  <a:srgbClr val="7DE2BA"/>
                </a:solidFill>
                <a:latin typeface="DejaVu Sans"/>
                <a:ea typeface="DejaVu Sans"/>
                <a:cs typeface="DejaVu Sans"/>
              </a:defRPr>
            </a:lvl3pPr>
            <a:lvl4pPr>
              <a:defRPr sz="6450" b="1">
                <a:solidFill>
                  <a:srgbClr val="7DE2BA"/>
                </a:solidFill>
                <a:latin typeface="DejaVu Sans"/>
                <a:ea typeface="DejaVu Sans"/>
                <a:cs typeface="DejaVu Sans"/>
              </a:defRPr>
            </a:lvl4pPr>
            <a:lvl5pPr>
              <a:defRPr sz="6450" b="1">
                <a:solidFill>
                  <a:srgbClr val="7DE2BA"/>
                </a:solidFill>
                <a:latin typeface="DejaVu Sans"/>
                <a:ea typeface="DejaVu Sans"/>
                <a:cs typeface="DejaVu Sans"/>
              </a:defRPr>
            </a:lvl5pPr>
            <a:lvl6pPr>
              <a:defRPr sz="6450" b="1">
                <a:solidFill>
                  <a:srgbClr val="7DE2BA"/>
                </a:solidFill>
                <a:latin typeface="DejaVu Sans"/>
                <a:ea typeface="DejaVu Sans"/>
                <a:cs typeface="DejaVu Sans"/>
              </a:defRPr>
            </a:lvl6pPr>
            <a:lvl7pPr>
              <a:defRPr sz="6450" b="1">
                <a:solidFill>
                  <a:srgbClr val="7DE2BA"/>
                </a:solidFill>
                <a:latin typeface="DejaVu Sans"/>
                <a:ea typeface="DejaVu Sans"/>
                <a:cs typeface="DejaVu Sans"/>
              </a:defRPr>
            </a:lvl7pPr>
            <a:lvl8pPr>
              <a:defRPr sz="6450" b="1">
                <a:solidFill>
                  <a:srgbClr val="7DE2BA"/>
                </a:solidFill>
                <a:latin typeface="DejaVu Sans"/>
                <a:ea typeface="DejaVu Sans"/>
                <a:cs typeface="DejaVu Sans"/>
              </a:defRPr>
            </a:lvl8pPr>
            <a:lvl9pPr>
              <a:defRPr sz="6450" b="1">
                <a:solidFill>
                  <a:srgbClr val="7DE2BA"/>
                </a:solidFill>
                <a:latin typeface="DejaVu Sans"/>
                <a:ea typeface="DejaVu Sans"/>
                <a:cs typeface="DejaVu Sans"/>
              </a:defRPr>
            </a:lvl9pPr>
          </a:lstStyle>
          <a:p xmlns:a="http://schemas.openxmlformats.org/drawingml/2006/main">
            <a:pPr>
              <a:defRPr sz="6450" b="1">
                <a:solidFill>
                  <a:srgbClr val="7DE2BA"/>
                </a:solidFill>
                <a:latin typeface="DejaVu Sans"/>
                <a:ea typeface="DejaVu Sans"/>
                <a:cs typeface="DejaVu Sans"/>
              </a:defRPr>
            </a:pPr>
            <a:r>
              <a:rPr sz="6450" b="1">
                <a:solidFill>
                  <a:srgbClr val="7DE2BA"/>
                </a:solidFill>
                <a:latin typeface="DejaVu Sans"/>
                <a:ea typeface="DejaVu Sans"/>
                <a:cs typeface="DejaVu Sans"/>
              </a:rPr>
              <a:t>UI</a:t>
            </a:r>
          </a:p>
        </p:txBody>
      </p:sp>
      <p:sp>
        <p:nvSpPr>
          <p:cNvPr id="6" name="text-5">
            <a:extLst xmlns:a="http://schemas.openxmlformats.org/drawingml/2006/main">
              <a:ext uri="{FF2B5EF4-FFF2-40B4-BE49-F238E27FC236}">
                <a16:creationId xmlns:a16="http://schemas.microsoft.com/office/drawing/2014/main" id="{C3B743C3-5556-4B64-9495-3C6CEFA93C46}"/>
              </a:ext>
            </a:extLst>
          </p:cNvPr>
          <p:cNvSpPr>
            <a:spLocks xmlns:a="http://schemas.openxmlformats.org/drawingml/2006/main" noGrp="1"/>
          </p:cNvSpPr>
          <p:nvPr/>
        </p:nvSpPr>
        <p:spPr>
          <a:xfrm xmlns:a="http://schemas.openxmlformats.org/drawingml/2006/main">
            <a:off x="609600" y="3181350"/>
            <a:ext cx="47625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FFFFFF"/>
                </a:solidFill>
                <a:latin typeface="DejaVu Sans"/>
                <a:ea typeface="DejaVu Sans"/>
                <a:cs typeface="DejaVu Sans"/>
              </a:defRPr>
            </a:defPPr>
            <a:lvl1pPr>
              <a:defRPr sz="2550" b="1">
                <a:solidFill>
                  <a:srgbClr val="FFFFFF"/>
                </a:solidFill>
                <a:latin typeface="DejaVu Sans"/>
                <a:ea typeface="DejaVu Sans"/>
                <a:cs typeface="DejaVu Sans"/>
              </a:defRPr>
            </a:lvl1pPr>
            <a:lvl2pPr>
              <a:defRPr sz="2550" b="1">
                <a:solidFill>
                  <a:srgbClr val="FFFFFF"/>
                </a:solidFill>
                <a:latin typeface="DejaVu Sans"/>
                <a:ea typeface="DejaVu Sans"/>
                <a:cs typeface="DejaVu Sans"/>
              </a:defRPr>
            </a:lvl2pPr>
            <a:lvl3pPr>
              <a:defRPr sz="2550" b="1">
                <a:solidFill>
                  <a:srgbClr val="FFFFFF"/>
                </a:solidFill>
                <a:latin typeface="DejaVu Sans"/>
                <a:ea typeface="DejaVu Sans"/>
                <a:cs typeface="DejaVu Sans"/>
              </a:defRPr>
            </a:lvl3pPr>
            <a:lvl4pPr>
              <a:defRPr sz="2550" b="1">
                <a:solidFill>
                  <a:srgbClr val="FFFFFF"/>
                </a:solidFill>
                <a:latin typeface="DejaVu Sans"/>
                <a:ea typeface="DejaVu Sans"/>
                <a:cs typeface="DejaVu Sans"/>
              </a:defRPr>
            </a:lvl4pPr>
            <a:lvl5pPr>
              <a:defRPr sz="2550" b="1">
                <a:solidFill>
                  <a:srgbClr val="FFFFFF"/>
                </a:solidFill>
                <a:latin typeface="DejaVu Sans"/>
                <a:ea typeface="DejaVu Sans"/>
                <a:cs typeface="DejaVu Sans"/>
              </a:defRPr>
            </a:lvl5pPr>
            <a:lvl6pPr>
              <a:defRPr sz="2550" b="1">
                <a:solidFill>
                  <a:srgbClr val="FFFFFF"/>
                </a:solidFill>
                <a:latin typeface="DejaVu Sans"/>
                <a:ea typeface="DejaVu Sans"/>
                <a:cs typeface="DejaVu Sans"/>
              </a:defRPr>
            </a:lvl6pPr>
            <a:lvl7pPr>
              <a:defRPr sz="2550" b="1">
                <a:solidFill>
                  <a:srgbClr val="FFFFFF"/>
                </a:solidFill>
                <a:latin typeface="DejaVu Sans"/>
                <a:ea typeface="DejaVu Sans"/>
                <a:cs typeface="DejaVu Sans"/>
              </a:defRPr>
            </a:lvl7pPr>
            <a:lvl8pPr>
              <a:defRPr sz="2550" b="1">
                <a:solidFill>
                  <a:srgbClr val="FFFFFF"/>
                </a:solidFill>
                <a:latin typeface="DejaVu Sans"/>
                <a:ea typeface="DejaVu Sans"/>
                <a:cs typeface="DejaVu Sans"/>
              </a:defRPr>
            </a:lvl8pPr>
            <a:lvl9pPr>
              <a:defRPr sz="2550" b="1">
                <a:solidFill>
                  <a:srgbClr val="FFFFFF"/>
                </a:solidFill>
                <a:latin typeface="DejaVu Sans"/>
                <a:ea typeface="DejaVu Sans"/>
                <a:cs typeface="DejaVu Sans"/>
              </a:defRPr>
            </a:lvl9pPr>
          </a:lstStyle>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Apa yang dilihat</a:t>
            </a:r>
          </a:p>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dan digunakan</a:t>
            </a:r>
          </a:p>
        </p:txBody>
      </p:sp>
      <p:sp>
        <p:nvSpPr>
          <p:cNvPr id="7" name="text-6">
            <a:extLst xmlns:a="http://schemas.openxmlformats.org/drawingml/2006/main">
              <a:ext uri="{FF2B5EF4-FFF2-40B4-BE49-F238E27FC236}">
                <a16:creationId xmlns:a16="http://schemas.microsoft.com/office/drawing/2014/main" id="{D3EF6E1F-175C-4545-9D3A-8857171EFB5D}"/>
              </a:ext>
            </a:extLst>
          </p:cNvPr>
          <p:cNvSpPr>
            <a:spLocks xmlns:a="http://schemas.openxmlformats.org/drawingml/2006/main" noGrp="1"/>
          </p:cNvSpPr>
          <p:nvPr/>
        </p:nvSpPr>
        <p:spPr>
          <a:xfrm xmlns:a="http://schemas.openxmlformats.org/drawingml/2006/main">
            <a:off x="609600" y="4562475"/>
            <a:ext cx="504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BDCDD3"/>
                </a:solidFill>
                <a:latin typeface="DejaVu Sans"/>
                <a:ea typeface="DejaVu Sans"/>
                <a:cs typeface="DejaVu Sans"/>
              </a:defRPr>
            </a:defPPr>
            <a:lvl1pPr>
              <a:defRPr sz="2025" b="0">
                <a:solidFill>
                  <a:srgbClr val="BDCDD3"/>
                </a:solidFill>
                <a:latin typeface="DejaVu Sans"/>
                <a:ea typeface="DejaVu Sans"/>
                <a:cs typeface="DejaVu Sans"/>
              </a:defRPr>
            </a:lvl1pPr>
            <a:lvl2pPr>
              <a:defRPr sz="2025" b="0">
                <a:solidFill>
                  <a:srgbClr val="BDCDD3"/>
                </a:solidFill>
                <a:latin typeface="DejaVu Sans"/>
                <a:ea typeface="DejaVu Sans"/>
                <a:cs typeface="DejaVu Sans"/>
              </a:defRPr>
            </a:lvl2pPr>
            <a:lvl3pPr>
              <a:defRPr sz="2025" b="0">
                <a:solidFill>
                  <a:srgbClr val="BDCDD3"/>
                </a:solidFill>
                <a:latin typeface="DejaVu Sans"/>
                <a:ea typeface="DejaVu Sans"/>
                <a:cs typeface="DejaVu Sans"/>
              </a:defRPr>
            </a:lvl3pPr>
            <a:lvl4pPr>
              <a:defRPr sz="2025" b="0">
                <a:solidFill>
                  <a:srgbClr val="BDCDD3"/>
                </a:solidFill>
                <a:latin typeface="DejaVu Sans"/>
                <a:ea typeface="DejaVu Sans"/>
                <a:cs typeface="DejaVu Sans"/>
              </a:defRPr>
            </a:lvl4pPr>
            <a:lvl5pPr>
              <a:defRPr sz="2025" b="0">
                <a:solidFill>
                  <a:srgbClr val="BDCDD3"/>
                </a:solidFill>
                <a:latin typeface="DejaVu Sans"/>
                <a:ea typeface="DejaVu Sans"/>
                <a:cs typeface="DejaVu Sans"/>
              </a:defRPr>
            </a:lvl5pPr>
            <a:lvl6pPr>
              <a:defRPr sz="2025" b="0">
                <a:solidFill>
                  <a:srgbClr val="BDCDD3"/>
                </a:solidFill>
                <a:latin typeface="DejaVu Sans"/>
                <a:ea typeface="DejaVu Sans"/>
                <a:cs typeface="DejaVu Sans"/>
              </a:defRPr>
            </a:lvl6pPr>
            <a:lvl7pPr>
              <a:defRPr sz="2025" b="0">
                <a:solidFill>
                  <a:srgbClr val="BDCDD3"/>
                </a:solidFill>
                <a:latin typeface="DejaVu Sans"/>
                <a:ea typeface="DejaVu Sans"/>
                <a:cs typeface="DejaVu Sans"/>
              </a:defRPr>
            </a:lvl7pPr>
            <a:lvl8pPr>
              <a:defRPr sz="2025" b="0">
                <a:solidFill>
                  <a:srgbClr val="BDCDD3"/>
                </a:solidFill>
                <a:latin typeface="DejaVu Sans"/>
                <a:ea typeface="DejaVu Sans"/>
                <a:cs typeface="DejaVu Sans"/>
              </a:defRPr>
            </a:lvl8pPr>
            <a:lvl9pPr>
              <a:defRPr sz="2025" b="0">
                <a:solidFill>
                  <a:srgbClr val="BDCDD3"/>
                </a:solidFill>
                <a:latin typeface="DejaVu Sans"/>
                <a:ea typeface="DejaVu Sans"/>
                <a:cs typeface="DejaVu Sans"/>
              </a:defRPr>
            </a:lvl9pPr>
          </a:lstStyle>
          <a:p xmlns:a="http://schemas.openxmlformats.org/drawingml/2006/main">
            <a:pPr>
              <a:defRPr sz="2025" b="0">
                <a:solidFill>
                  <a:srgbClr val="BDCDD3"/>
                </a:solidFill>
                <a:latin typeface="DejaVu Sans"/>
                <a:ea typeface="DejaVu Sans"/>
                <a:cs typeface="DejaVu Sans"/>
              </a:defRPr>
            </a:pPr>
            <a:r>
              <a:rPr sz="2025" b="0">
                <a:solidFill>
                  <a:srgbClr val="BDCDD3"/>
                </a:solidFill>
                <a:latin typeface="DejaVu Sans"/>
                <a:ea typeface="DejaVu Sans"/>
                <a:cs typeface="DejaVu Sans"/>
              </a:rPr>
              <a:t>View, layout, warna, teks, ikon,</a:t>
            </a:r>
          </a:p>
          <a:p xmlns:a="http://schemas.openxmlformats.org/drawingml/2006/main">
            <a:pPr>
              <a:defRPr sz="2025" b="0">
                <a:solidFill>
                  <a:srgbClr val="BDCDD3"/>
                </a:solidFill>
                <a:latin typeface="DejaVu Sans"/>
                <a:ea typeface="DejaVu Sans"/>
                <a:cs typeface="DejaVu Sans"/>
              </a:defRPr>
            </a:pPr>
            <a:r>
              <a:rPr sz="2025" b="0">
                <a:solidFill>
                  <a:srgbClr val="BDCDD3"/>
                </a:solidFill>
                <a:latin typeface="DejaVu Sans"/>
                <a:ea typeface="DejaVu Sans"/>
                <a:cs typeface="DejaVu Sans"/>
              </a:rPr>
              <a:t>serta kontrol input.</a:t>
            </a:r>
          </a:p>
        </p:txBody>
      </p:sp>
      <p:sp>
        <p:nvSpPr>
          <p:cNvPr id="8" name="text-7">
            <a:extLst xmlns:a="http://schemas.openxmlformats.org/drawingml/2006/main">
              <a:ext uri="{FF2B5EF4-FFF2-40B4-BE49-F238E27FC236}">
                <a16:creationId xmlns:a16="http://schemas.microsoft.com/office/drawing/2014/main" id="{9744530A-441E-47D6-AF7B-3D9B52081E5B}"/>
              </a:ext>
            </a:extLst>
          </p:cNvPr>
          <p:cNvSpPr>
            <a:spLocks xmlns:a="http://schemas.openxmlformats.org/drawingml/2006/main" noGrp="1"/>
          </p:cNvSpPr>
          <p:nvPr/>
        </p:nvSpPr>
        <p:spPr>
          <a:xfrm xmlns:a="http://schemas.openxmlformats.org/drawingml/2006/main">
            <a:off x="6419850" y="1971675"/>
            <a:ext cx="2476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7DE2BA"/>
                </a:solidFill>
                <a:latin typeface="DejaVu Sans"/>
                <a:ea typeface="DejaVu Sans"/>
                <a:cs typeface="DejaVu Sans"/>
              </a:defRPr>
            </a:defPPr>
            <a:lvl1pPr>
              <a:defRPr sz="6450" b="1">
                <a:solidFill>
                  <a:srgbClr val="7DE2BA"/>
                </a:solidFill>
                <a:latin typeface="DejaVu Sans"/>
                <a:ea typeface="DejaVu Sans"/>
                <a:cs typeface="DejaVu Sans"/>
              </a:defRPr>
            </a:lvl1pPr>
            <a:lvl2pPr>
              <a:defRPr sz="6450" b="1">
                <a:solidFill>
                  <a:srgbClr val="7DE2BA"/>
                </a:solidFill>
                <a:latin typeface="DejaVu Sans"/>
                <a:ea typeface="DejaVu Sans"/>
                <a:cs typeface="DejaVu Sans"/>
              </a:defRPr>
            </a:lvl2pPr>
            <a:lvl3pPr>
              <a:defRPr sz="6450" b="1">
                <a:solidFill>
                  <a:srgbClr val="7DE2BA"/>
                </a:solidFill>
                <a:latin typeface="DejaVu Sans"/>
                <a:ea typeface="DejaVu Sans"/>
                <a:cs typeface="DejaVu Sans"/>
              </a:defRPr>
            </a:lvl3pPr>
            <a:lvl4pPr>
              <a:defRPr sz="6450" b="1">
                <a:solidFill>
                  <a:srgbClr val="7DE2BA"/>
                </a:solidFill>
                <a:latin typeface="DejaVu Sans"/>
                <a:ea typeface="DejaVu Sans"/>
                <a:cs typeface="DejaVu Sans"/>
              </a:defRPr>
            </a:lvl4pPr>
            <a:lvl5pPr>
              <a:defRPr sz="6450" b="1">
                <a:solidFill>
                  <a:srgbClr val="7DE2BA"/>
                </a:solidFill>
                <a:latin typeface="DejaVu Sans"/>
                <a:ea typeface="DejaVu Sans"/>
                <a:cs typeface="DejaVu Sans"/>
              </a:defRPr>
            </a:lvl5pPr>
            <a:lvl6pPr>
              <a:defRPr sz="6450" b="1">
                <a:solidFill>
                  <a:srgbClr val="7DE2BA"/>
                </a:solidFill>
                <a:latin typeface="DejaVu Sans"/>
                <a:ea typeface="DejaVu Sans"/>
                <a:cs typeface="DejaVu Sans"/>
              </a:defRPr>
            </a:lvl6pPr>
            <a:lvl7pPr>
              <a:defRPr sz="6450" b="1">
                <a:solidFill>
                  <a:srgbClr val="7DE2BA"/>
                </a:solidFill>
                <a:latin typeface="DejaVu Sans"/>
                <a:ea typeface="DejaVu Sans"/>
                <a:cs typeface="DejaVu Sans"/>
              </a:defRPr>
            </a:lvl7pPr>
            <a:lvl8pPr>
              <a:defRPr sz="6450" b="1">
                <a:solidFill>
                  <a:srgbClr val="7DE2BA"/>
                </a:solidFill>
                <a:latin typeface="DejaVu Sans"/>
                <a:ea typeface="DejaVu Sans"/>
                <a:cs typeface="DejaVu Sans"/>
              </a:defRPr>
            </a:lvl8pPr>
            <a:lvl9pPr>
              <a:defRPr sz="6450" b="1">
                <a:solidFill>
                  <a:srgbClr val="7DE2BA"/>
                </a:solidFill>
                <a:latin typeface="DejaVu Sans"/>
                <a:ea typeface="DejaVu Sans"/>
                <a:cs typeface="DejaVu Sans"/>
              </a:defRPr>
            </a:lvl9pPr>
          </a:lstStyle>
          <a:p xmlns:a="http://schemas.openxmlformats.org/drawingml/2006/main">
            <a:pPr>
              <a:defRPr sz="6450" b="1">
                <a:solidFill>
                  <a:srgbClr val="7DE2BA"/>
                </a:solidFill>
                <a:latin typeface="DejaVu Sans"/>
                <a:ea typeface="DejaVu Sans"/>
                <a:cs typeface="DejaVu Sans"/>
              </a:defRPr>
            </a:pPr>
            <a:r>
              <a:rPr sz="6450" b="1">
                <a:solidFill>
                  <a:srgbClr val="7DE2BA"/>
                </a:solidFill>
                <a:latin typeface="DejaVu Sans"/>
                <a:ea typeface="DejaVu Sans"/>
                <a:cs typeface="DejaVu Sans"/>
              </a:rPr>
              <a:t>UX</a:t>
            </a:r>
          </a:p>
        </p:txBody>
      </p:sp>
      <p:sp>
        <p:nvSpPr>
          <p:cNvPr id="9" name="text-8">
            <a:extLst xmlns:a="http://schemas.openxmlformats.org/drawingml/2006/main">
              <a:ext uri="{FF2B5EF4-FFF2-40B4-BE49-F238E27FC236}">
                <a16:creationId xmlns:a16="http://schemas.microsoft.com/office/drawing/2014/main" id="{9690FE6C-5F08-467E-8644-CC2A2380ED19}"/>
              </a:ext>
            </a:extLst>
          </p:cNvPr>
          <p:cNvSpPr>
            <a:spLocks xmlns:a="http://schemas.openxmlformats.org/drawingml/2006/main" noGrp="1"/>
          </p:cNvSpPr>
          <p:nvPr/>
        </p:nvSpPr>
        <p:spPr>
          <a:xfrm xmlns:a="http://schemas.openxmlformats.org/drawingml/2006/main">
            <a:off x="6419850" y="3181350"/>
            <a:ext cx="51625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1">
                <a:solidFill>
                  <a:srgbClr val="FFFFFF"/>
                </a:solidFill>
                <a:latin typeface="DejaVu Sans"/>
                <a:ea typeface="DejaVu Sans"/>
                <a:cs typeface="DejaVu Sans"/>
              </a:defRPr>
            </a:defPPr>
            <a:lvl1pPr>
              <a:defRPr sz="2550" b="1">
                <a:solidFill>
                  <a:srgbClr val="FFFFFF"/>
                </a:solidFill>
                <a:latin typeface="DejaVu Sans"/>
                <a:ea typeface="DejaVu Sans"/>
                <a:cs typeface="DejaVu Sans"/>
              </a:defRPr>
            </a:lvl1pPr>
            <a:lvl2pPr>
              <a:defRPr sz="2550" b="1">
                <a:solidFill>
                  <a:srgbClr val="FFFFFF"/>
                </a:solidFill>
                <a:latin typeface="DejaVu Sans"/>
                <a:ea typeface="DejaVu Sans"/>
                <a:cs typeface="DejaVu Sans"/>
              </a:defRPr>
            </a:lvl2pPr>
            <a:lvl3pPr>
              <a:defRPr sz="2550" b="1">
                <a:solidFill>
                  <a:srgbClr val="FFFFFF"/>
                </a:solidFill>
                <a:latin typeface="DejaVu Sans"/>
                <a:ea typeface="DejaVu Sans"/>
                <a:cs typeface="DejaVu Sans"/>
              </a:defRPr>
            </a:lvl3pPr>
            <a:lvl4pPr>
              <a:defRPr sz="2550" b="1">
                <a:solidFill>
                  <a:srgbClr val="FFFFFF"/>
                </a:solidFill>
                <a:latin typeface="DejaVu Sans"/>
                <a:ea typeface="DejaVu Sans"/>
                <a:cs typeface="DejaVu Sans"/>
              </a:defRPr>
            </a:lvl4pPr>
            <a:lvl5pPr>
              <a:defRPr sz="2550" b="1">
                <a:solidFill>
                  <a:srgbClr val="FFFFFF"/>
                </a:solidFill>
                <a:latin typeface="DejaVu Sans"/>
                <a:ea typeface="DejaVu Sans"/>
                <a:cs typeface="DejaVu Sans"/>
              </a:defRPr>
            </a:lvl5pPr>
            <a:lvl6pPr>
              <a:defRPr sz="2550" b="1">
                <a:solidFill>
                  <a:srgbClr val="FFFFFF"/>
                </a:solidFill>
                <a:latin typeface="DejaVu Sans"/>
                <a:ea typeface="DejaVu Sans"/>
                <a:cs typeface="DejaVu Sans"/>
              </a:defRPr>
            </a:lvl6pPr>
            <a:lvl7pPr>
              <a:defRPr sz="2550" b="1">
                <a:solidFill>
                  <a:srgbClr val="FFFFFF"/>
                </a:solidFill>
                <a:latin typeface="DejaVu Sans"/>
                <a:ea typeface="DejaVu Sans"/>
                <a:cs typeface="DejaVu Sans"/>
              </a:defRPr>
            </a:lvl7pPr>
            <a:lvl8pPr>
              <a:defRPr sz="2550" b="1">
                <a:solidFill>
                  <a:srgbClr val="FFFFFF"/>
                </a:solidFill>
                <a:latin typeface="DejaVu Sans"/>
                <a:ea typeface="DejaVu Sans"/>
                <a:cs typeface="DejaVu Sans"/>
              </a:defRPr>
            </a:lvl8pPr>
            <a:lvl9pPr>
              <a:defRPr sz="2550" b="1">
                <a:solidFill>
                  <a:srgbClr val="FFFFFF"/>
                </a:solidFill>
                <a:latin typeface="DejaVu Sans"/>
                <a:ea typeface="DejaVu Sans"/>
                <a:cs typeface="DejaVu Sans"/>
              </a:defRPr>
            </a:lvl9pPr>
          </a:lstStyle>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Bagaimana pengguna</a:t>
            </a:r>
          </a:p>
          <a:p xmlns:a="http://schemas.openxmlformats.org/drawingml/2006/main">
            <a:pPr>
              <a:defRPr sz="2550" b="1">
                <a:solidFill>
                  <a:srgbClr val="FFFFFF"/>
                </a:solidFill>
                <a:latin typeface="DejaVu Sans"/>
                <a:ea typeface="DejaVu Sans"/>
                <a:cs typeface="DejaVu Sans"/>
              </a:defRPr>
            </a:pPr>
            <a:r>
              <a:rPr sz="2550" b="1">
                <a:solidFill>
                  <a:srgbClr val="FFFFFF"/>
                </a:solidFill>
                <a:latin typeface="DejaVu Sans"/>
                <a:ea typeface="DejaVu Sans"/>
                <a:cs typeface="DejaVu Sans"/>
              </a:rPr>
              <a:t>menyelesaikan tugas</a:t>
            </a:r>
          </a:p>
        </p:txBody>
      </p:sp>
      <p:sp>
        <p:nvSpPr>
          <p:cNvPr id="10" name="text-9">
            <a:extLst xmlns:a="http://schemas.openxmlformats.org/drawingml/2006/main">
              <a:ext uri="{FF2B5EF4-FFF2-40B4-BE49-F238E27FC236}">
                <a16:creationId xmlns:a16="http://schemas.microsoft.com/office/drawing/2014/main" id="{398A0AFE-2935-4CB3-988B-F8ECABD19E2A}"/>
              </a:ext>
            </a:extLst>
          </p:cNvPr>
          <p:cNvSpPr>
            <a:spLocks xmlns:a="http://schemas.openxmlformats.org/drawingml/2006/main" noGrp="1"/>
          </p:cNvSpPr>
          <p:nvPr/>
        </p:nvSpPr>
        <p:spPr>
          <a:xfrm xmlns:a="http://schemas.openxmlformats.org/drawingml/2006/main">
            <a:off x="6419850" y="4562475"/>
            <a:ext cx="5143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BDCDD3"/>
                </a:solidFill>
                <a:latin typeface="DejaVu Sans"/>
                <a:ea typeface="DejaVu Sans"/>
                <a:cs typeface="DejaVu Sans"/>
              </a:defRPr>
            </a:defPPr>
            <a:lvl1pPr>
              <a:defRPr sz="2025" b="0">
                <a:solidFill>
                  <a:srgbClr val="BDCDD3"/>
                </a:solidFill>
                <a:latin typeface="DejaVu Sans"/>
                <a:ea typeface="DejaVu Sans"/>
                <a:cs typeface="DejaVu Sans"/>
              </a:defRPr>
            </a:lvl1pPr>
            <a:lvl2pPr>
              <a:defRPr sz="2025" b="0">
                <a:solidFill>
                  <a:srgbClr val="BDCDD3"/>
                </a:solidFill>
                <a:latin typeface="DejaVu Sans"/>
                <a:ea typeface="DejaVu Sans"/>
                <a:cs typeface="DejaVu Sans"/>
              </a:defRPr>
            </a:lvl2pPr>
            <a:lvl3pPr>
              <a:defRPr sz="2025" b="0">
                <a:solidFill>
                  <a:srgbClr val="BDCDD3"/>
                </a:solidFill>
                <a:latin typeface="DejaVu Sans"/>
                <a:ea typeface="DejaVu Sans"/>
                <a:cs typeface="DejaVu Sans"/>
              </a:defRPr>
            </a:lvl3pPr>
            <a:lvl4pPr>
              <a:defRPr sz="2025" b="0">
                <a:solidFill>
                  <a:srgbClr val="BDCDD3"/>
                </a:solidFill>
                <a:latin typeface="DejaVu Sans"/>
                <a:ea typeface="DejaVu Sans"/>
                <a:cs typeface="DejaVu Sans"/>
              </a:defRPr>
            </a:lvl4pPr>
            <a:lvl5pPr>
              <a:defRPr sz="2025" b="0">
                <a:solidFill>
                  <a:srgbClr val="BDCDD3"/>
                </a:solidFill>
                <a:latin typeface="DejaVu Sans"/>
                <a:ea typeface="DejaVu Sans"/>
                <a:cs typeface="DejaVu Sans"/>
              </a:defRPr>
            </a:lvl5pPr>
            <a:lvl6pPr>
              <a:defRPr sz="2025" b="0">
                <a:solidFill>
                  <a:srgbClr val="BDCDD3"/>
                </a:solidFill>
                <a:latin typeface="DejaVu Sans"/>
                <a:ea typeface="DejaVu Sans"/>
                <a:cs typeface="DejaVu Sans"/>
              </a:defRPr>
            </a:lvl6pPr>
            <a:lvl7pPr>
              <a:defRPr sz="2025" b="0">
                <a:solidFill>
                  <a:srgbClr val="BDCDD3"/>
                </a:solidFill>
                <a:latin typeface="DejaVu Sans"/>
                <a:ea typeface="DejaVu Sans"/>
                <a:cs typeface="DejaVu Sans"/>
              </a:defRPr>
            </a:lvl7pPr>
            <a:lvl8pPr>
              <a:defRPr sz="2025" b="0">
                <a:solidFill>
                  <a:srgbClr val="BDCDD3"/>
                </a:solidFill>
                <a:latin typeface="DejaVu Sans"/>
                <a:ea typeface="DejaVu Sans"/>
                <a:cs typeface="DejaVu Sans"/>
              </a:defRPr>
            </a:lvl8pPr>
            <a:lvl9pPr>
              <a:defRPr sz="2025" b="0">
                <a:solidFill>
                  <a:srgbClr val="BDCDD3"/>
                </a:solidFill>
                <a:latin typeface="DejaVu Sans"/>
                <a:ea typeface="DejaVu Sans"/>
                <a:cs typeface="DejaVu Sans"/>
              </a:defRPr>
            </a:lvl9pPr>
          </a:lstStyle>
          <a:p xmlns:a="http://schemas.openxmlformats.org/drawingml/2006/main">
            <a:pPr>
              <a:defRPr sz="2025" b="0">
                <a:solidFill>
                  <a:srgbClr val="BDCDD3"/>
                </a:solidFill>
                <a:latin typeface="DejaVu Sans"/>
                <a:ea typeface="DejaVu Sans"/>
                <a:cs typeface="DejaVu Sans"/>
              </a:defRPr>
            </a:pPr>
            <a:r>
              <a:rPr sz="2025" b="0">
                <a:solidFill>
                  <a:srgbClr val="BDCDD3"/>
                </a:solidFill>
                <a:latin typeface="DejaVu Sans"/>
                <a:ea typeface="DejaVu Sans"/>
                <a:cs typeface="DejaVu Sans"/>
              </a:rPr>
              <a:t>Langkah singkat, navigasi jelas,</a:t>
            </a:r>
          </a:p>
          <a:p xmlns:a="http://schemas.openxmlformats.org/drawingml/2006/main">
            <a:pPr>
              <a:defRPr sz="2025" b="0">
                <a:solidFill>
                  <a:srgbClr val="BDCDD3"/>
                </a:solidFill>
                <a:latin typeface="DejaVu Sans"/>
                <a:ea typeface="DejaVu Sans"/>
                <a:cs typeface="DejaVu Sans"/>
              </a:defRPr>
            </a:pPr>
            <a:r>
              <a:rPr sz="2025" b="0">
                <a:solidFill>
                  <a:srgbClr val="BDCDD3"/>
                </a:solidFill>
                <a:latin typeface="DejaVu Sans"/>
                <a:ea typeface="DejaVu Sans"/>
                <a:cs typeface="DejaVu Sans"/>
              </a:rPr>
              <a:t>serta respons yang mudah dipahami.</a:t>
            </a:r>
          </a:p>
        </p:txBody>
      </p:sp>
    </p:spTree>
    <p:extLst>
      <p:ext uri="{BB962C8B-B14F-4D97-AF65-F5344CB8AC3E}">
        <p14:creationId xmlns:p14="http://schemas.microsoft.com/office/powerpoint/2010/main" val="1494177409"/>
      </p:ext>
    </p:extLst>
  </p:cSld>
</p:sld>
</file>

<file path=ppt/slides/slide13.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C5AB4CD-F9E0-406B-9237-3D64FD2B4BAC}"/>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03 / UI DAN UX</a:t>
            </a:r>
          </a:p>
        </p:txBody>
      </p:sp>
      <p:sp>
        <p:nvSpPr>
          <p:cNvPr id="2" name="slide-title">
            <a:extLst xmlns:a="http://schemas.openxmlformats.org/drawingml/2006/main">
              <a:ext uri="{FF2B5EF4-FFF2-40B4-BE49-F238E27FC236}">
                <a16:creationId xmlns:a16="http://schemas.microsoft.com/office/drawing/2014/main" id="{003331E2-E6AC-41C2-AAC8-6506060146C3}"/>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Kontrol input dan umpan balik</a:t>
            </a:r>
          </a:p>
        </p:txBody>
      </p:sp>
      <p:sp>
        <p:nvSpPr>
          <p:cNvPr id="3" name="text-2">
            <a:extLst xmlns:a="http://schemas.openxmlformats.org/drawingml/2006/main">
              <a:ext uri="{FF2B5EF4-FFF2-40B4-BE49-F238E27FC236}">
                <a16:creationId xmlns:a16="http://schemas.microsoft.com/office/drawing/2014/main" id="{D0738704-BF52-44C6-81B4-7117B8875942}"/>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3, hlm. PDF 6 dan 9–11</a:t>
            </a:r>
          </a:p>
        </p:txBody>
      </p:sp>
      <p:sp>
        <p:nvSpPr>
          <p:cNvPr id="4" name="text-3">
            <a:extLst xmlns:a="http://schemas.openxmlformats.org/drawingml/2006/main">
              <a:ext uri="{FF2B5EF4-FFF2-40B4-BE49-F238E27FC236}">
                <a16:creationId xmlns:a16="http://schemas.microsoft.com/office/drawing/2014/main" id="{1A07F476-C90C-47CD-BE7F-4D56E893F0EB}"/>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13</a:t>
            </a:r>
          </a:p>
        </p:txBody>
      </p:sp>
      <p:graphicFrame>
        <p:nvGraphicFramePr>
          <p:cNvPr id="5" name="">
            <a:extLst xmlns:a="http://schemas.openxmlformats.org/drawingml/2006/main">
              <a:ext uri="{FF2B5EF4-FFF2-40B4-BE49-F238E27FC236}">
                <a16:creationId xmlns:a16="http://schemas.microsoft.com/office/drawing/2014/main" id="{4E77ADD8-7809-4136-B58C-832B69362631}"/>
              </a:ext>
            </a:extLst>
          </p:cNvPr>
          <p:cNvGraphicFramePr/>
          <p:nvPr/>
        </p:nvGraphicFramePr>
        <p:xfrm>
          <a:off xmlns:a="http://schemas.openxmlformats.org/drawingml/2006/main" x="609600" y="1952625"/>
          <a:ext xmlns:a="http://schemas.openxmlformats.org/drawingml/2006/main" cx="10972800" cy="4191000"/>
        </p:xfrm>
        <a:graphic xmlns:a="http://schemas.openxmlformats.org/drawingml/2006/main">
          <a:graphicData uri="http://schemas.openxmlformats.org/drawingml/2006/table">
            <a:tbl>
              <a:tblPr/>
              <a:tblGrid>
                <a:gridCol w="5048250"/>
                <a:gridCol w="5924550"/>
              </a:tblGrid>
              <a:tr h="533400">
                <a:tc>
                  <a:txBody>
                    <a:bodyPr lIns="95250" tIns="95250" rIns="95250" bIns="95250">
                      <a:noAutofit/>
                    </a:bodyPr>
                    <a:lstStyle/>
                    <a:p>
                      <a:r>
                        <a:rPr sz="1725" b="1">
                          <a:solidFill>
                            <a:srgbClr val="FFFFFF"/>
                          </a:solidFill>
                          <a:latin typeface="DejaVu Sans"/>
                          <a:ea typeface="DejaVu Sans"/>
                          <a:cs typeface="DejaVu Sans"/>
                        </a:rPr>
                        <a:t>Kebutuhan pengguna</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725" b="1">
                          <a:solidFill>
                            <a:srgbClr val="FFFFFF"/>
                          </a:solidFill>
                          <a:latin typeface="DejaVu Sans"/>
                          <a:ea typeface="DejaVu Sans"/>
                          <a:cs typeface="DejaVu Sans"/>
                        </a:rPr>
                        <a:t>Komponen Android</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609600">
                <a:tc>
                  <a:txBody>
                    <a:bodyPr lIns="95250" tIns="95250" rIns="95250" bIns="95250">
                      <a:noAutofit/>
                    </a:bodyPr>
                    <a:lstStyle/>
                    <a:p>
                      <a:r>
                        <a:rPr sz="1725" b="1">
                          <a:solidFill>
                            <a:srgbClr val="102A38"/>
                          </a:solidFill>
                          <a:latin typeface="DejaVu Sans"/>
                          <a:ea typeface="DejaVu Sans"/>
                          <a:cs typeface="DejaVu Sans"/>
                        </a:rPr>
                        <a:t>Memasukkan teks atau angka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EditText</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09600">
                <a:tc>
                  <a:txBody>
                    <a:bodyPr lIns="95250" tIns="95250" rIns="95250" bIns="95250">
                      <a:noAutofit/>
                    </a:bodyPr>
                    <a:lstStyle/>
                    <a:p>
                      <a:r>
                        <a:rPr sz="1725" b="1">
                          <a:solidFill>
                            <a:srgbClr val="102A38"/>
                          </a:solidFill>
                          <a:latin typeface="DejaVu Sans"/>
                          <a:ea typeface="DejaVu Sans"/>
                          <a:cs typeface="DejaVu Sans"/>
                        </a:rPr>
                        <a:t>Memilih beberapa / satu opsi</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CheckBox / RadioButton dalam RadioGroup</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09600">
                <a:tc>
                  <a:txBody>
                    <a:bodyPr lIns="95250" tIns="95250" rIns="95250" bIns="95250">
                      <a:noAutofit/>
                    </a:bodyPr>
                    <a:lstStyle/>
                    <a:p>
                      <a:r>
                        <a:rPr sz="1725" b="1">
                          <a:solidFill>
                            <a:srgbClr val="102A38"/>
                          </a:solidFill>
                          <a:latin typeface="DejaVu Sans"/>
                          <a:ea typeface="DejaVu Sans"/>
                          <a:cs typeface="DejaVu Sans"/>
                        </a:rPr>
                        <a:t>Mengatur nilai / kondisi aktif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SeekBar / Switch</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09600">
                <a:tc>
                  <a:txBody>
                    <a:bodyPr lIns="95250" tIns="95250" rIns="95250" bIns="95250">
                      <a:noAutofit/>
                    </a:bodyPr>
                    <a:lstStyle/>
                    <a:p>
                      <a:r>
                        <a:rPr sz="1725" b="1">
                          <a:solidFill>
                            <a:srgbClr val="102A38"/>
                          </a:solidFill>
                          <a:latin typeface="DejaVu Sans"/>
                          <a:ea typeface="DejaVu Sans"/>
                          <a:cs typeface="DejaVu Sans"/>
                        </a:rPr>
                        <a:t>Memilih item dari daftar</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Spinner</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09600">
                <a:tc>
                  <a:txBody>
                    <a:bodyPr lIns="95250" tIns="95250" rIns="95250" bIns="95250">
                      <a:noAutofit/>
                    </a:bodyPr>
                    <a:lstStyle/>
                    <a:p>
                      <a:r>
                        <a:rPr sz="1725" b="1">
                          <a:solidFill>
                            <a:srgbClr val="102A38"/>
                          </a:solidFill>
                          <a:latin typeface="DejaVu Sans"/>
                          <a:ea typeface="DejaVu Sans"/>
                          <a:cs typeface="DejaVu Sans"/>
                        </a:rPr>
                        <a:t>Mendapatkan respons atau konfirmasi</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Toast / AlertDialog</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09600">
                <a:tc>
                  <a:txBody>
                    <a:bodyPr lIns="95250" tIns="95250" rIns="95250" bIns="95250">
                      <a:noAutofit/>
                    </a:bodyPr>
                    <a:lstStyle/>
                    <a:p>
                      <a:r>
                        <a:rPr sz="1725" b="1">
                          <a:solidFill>
                            <a:srgbClr val="102A38"/>
                          </a:solidFill>
                          <a:latin typeface="DejaVu Sans"/>
                          <a:ea typeface="DejaVu Sans"/>
                          <a:cs typeface="DejaVu Sans"/>
                        </a:rPr>
                        <a:t>Menentukan tanggal dan waktu</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DatePickerDialog / TimePickerDialog</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bl>
          </a:graphicData>
        </a:graphic>
      </p:graphicFrame>
    </p:spTree>
    <p:extLst>
      <p:ext uri="{BB962C8B-B14F-4D97-AF65-F5344CB8AC3E}">
        <p14:creationId xmlns:p14="http://schemas.microsoft.com/office/powerpoint/2010/main" val="1711344050"/>
      </p:ext>
    </p:extLst>
  </p:cSld>
</p:sld>
</file>

<file path=ppt/slides/slide1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B6A80864-CCC9-403A-96DD-6FF36421BEB1}"/>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03 / UI DAN UX</a:t>
            </a:r>
          </a:p>
        </p:txBody>
      </p:sp>
      <p:sp>
        <p:nvSpPr>
          <p:cNvPr id="2" name="slide-title">
            <a:extLst xmlns:a="http://schemas.openxmlformats.org/drawingml/2006/main">
              <a:ext uri="{FF2B5EF4-FFF2-40B4-BE49-F238E27FC236}">
                <a16:creationId xmlns:a16="http://schemas.microsoft.com/office/drawing/2014/main" id="{E5C2CCED-D7C9-417F-9D9F-C391FD2A1894}"/>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Layout, gaya, dan navigasi</a:t>
            </a:r>
          </a:p>
        </p:txBody>
      </p:sp>
      <p:sp>
        <p:nvSpPr>
          <p:cNvPr id="3" name="text-2">
            <a:extLst xmlns:a="http://schemas.openxmlformats.org/drawingml/2006/main">
              <a:ext uri="{FF2B5EF4-FFF2-40B4-BE49-F238E27FC236}">
                <a16:creationId xmlns:a16="http://schemas.microsoft.com/office/drawing/2014/main" id="{9F07CB39-9C87-4B52-BB48-4BF406C5EDBF}"/>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3, hlm. PDF 5 dan 7–13</a:t>
            </a:r>
          </a:p>
        </p:txBody>
      </p:sp>
      <p:sp>
        <p:nvSpPr>
          <p:cNvPr id="4" name="text-3">
            <a:extLst xmlns:a="http://schemas.openxmlformats.org/drawingml/2006/main">
              <a:ext uri="{FF2B5EF4-FFF2-40B4-BE49-F238E27FC236}">
                <a16:creationId xmlns:a16="http://schemas.microsoft.com/office/drawing/2014/main" id="{DEE59185-3908-40A2-96D4-5A18FF3864FA}"/>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14</a:t>
            </a:r>
          </a:p>
        </p:txBody>
      </p:sp>
      <p:pic>
        <p:nvPicPr>
          <p:cNvPr id="5" name="">
            <a:extLst xmlns:a="http://schemas.openxmlformats.org/drawingml/2006/main">
              <a:ext uri="{FF2B5EF4-FFF2-40B4-BE49-F238E27FC236}">
                <a16:creationId xmlns:a16="http://schemas.microsoft.com/office/drawing/2014/main" id="{C2BCFF2D-0759-459D-B2F6-04DEC2B442D6}"/>
              </a:ext>
            </a:extLst>
          </p:cNvPr>
          <p:cNvPicPr>
            <a:picLocks xmlns:a="http://schemas.openxmlformats.org/drawingml/2006/main" noChangeAspect="1"/>
          </p:cNvPicPr>
          <p:nvPr/>
        </p:nvPicPr>
        <p:blipFill>
          <a:blip xmlns:r="http://schemas.openxmlformats.org/officeDocument/2006/relationships" xmlns:a="http://schemas.openxmlformats.org/drawingml/2006/main" r:embed="Rbea8667d1c864db9"/>
          <a:stretch xmlns:a="http://schemas.openxmlformats.org/drawingml/2006/main"/>
        </p:blipFill>
        <p:spPr>
          <a:xfrm xmlns:a="http://schemas.openxmlformats.org/drawingml/2006/main">
            <a:off x="1089437" y="1962150"/>
            <a:ext cx="1373951" cy="1666875"/>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4A526492-577D-43E2-A4F2-C497B149C44A}"/>
              </a:ext>
            </a:extLst>
          </p:cNvPr>
          <p:cNvSpPr>
            <a:spLocks xmlns:a="http://schemas.openxmlformats.org/drawingml/2006/main" noGrp="1"/>
          </p:cNvSpPr>
          <p:nvPr/>
        </p:nvSpPr>
        <p:spPr>
          <a:xfrm xmlns:a="http://schemas.openxmlformats.org/drawingml/2006/main">
            <a:off x="609600" y="38195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LinearLayout</a:t>
            </a:r>
          </a:p>
        </p:txBody>
      </p:sp>
      <p:pic>
        <p:nvPicPr>
          <p:cNvPr id="7" name="">
            <a:extLst xmlns:a="http://schemas.openxmlformats.org/drawingml/2006/main">
              <a:ext uri="{FF2B5EF4-FFF2-40B4-BE49-F238E27FC236}">
                <a16:creationId xmlns:a16="http://schemas.microsoft.com/office/drawing/2014/main" id="{A17CF365-39C0-4396-801A-7F14F0448F7F}"/>
              </a:ext>
            </a:extLst>
          </p:cNvPr>
          <p:cNvPicPr>
            <a:picLocks xmlns:a="http://schemas.openxmlformats.org/drawingml/2006/main" noChangeAspect="1"/>
          </p:cNvPicPr>
          <p:nvPr/>
        </p:nvPicPr>
        <p:blipFill>
          <a:blip xmlns:r="http://schemas.openxmlformats.org/officeDocument/2006/relationships" xmlns:a="http://schemas.openxmlformats.org/drawingml/2006/main" r:embed="Rb1d96bdcd3234c10"/>
          <a:stretch xmlns:a="http://schemas.openxmlformats.org/drawingml/2006/main"/>
        </p:blipFill>
        <p:spPr>
          <a:xfrm xmlns:a="http://schemas.openxmlformats.org/drawingml/2006/main">
            <a:off x="3931374" y="1962150"/>
            <a:ext cx="1366977" cy="1666875"/>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C9035209-A05C-40D4-B116-921689A98AED}"/>
              </a:ext>
            </a:extLst>
          </p:cNvPr>
          <p:cNvSpPr>
            <a:spLocks xmlns:a="http://schemas.openxmlformats.org/drawingml/2006/main" noGrp="1"/>
          </p:cNvSpPr>
          <p:nvPr/>
        </p:nvSpPr>
        <p:spPr>
          <a:xfrm xmlns:a="http://schemas.openxmlformats.org/drawingml/2006/main">
            <a:off x="3448050" y="38195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47B61"/>
                </a:solidFill>
                <a:latin typeface="DejaVu Sans"/>
                <a:ea typeface="DejaVu Sans"/>
                <a:cs typeface="DejaVu Sans"/>
              </a:defRPr>
            </a:defPPr>
            <a:lvl1pPr>
              <a:defRPr sz="1800" b="1">
                <a:solidFill>
                  <a:srgbClr val="147B61"/>
                </a:solidFill>
                <a:latin typeface="DejaVu Sans"/>
                <a:ea typeface="DejaVu Sans"/>
                <a:cs typeface="DejaVu Sans"/>
              </a:defRPr>
            </a:lvl1pPr>
            <a:lvl2pPr>
              <a:defRPr sz="1800" b="1">
                <a:solidFill>
                  <a:srgbClr val="147B61"/>
                </a:solidFill>
                <a:latin typeface="DejaVu Sans"/>
                <a:ea typeface="DejaVu Sans"/>
                <a:cs typeface="DejaVu Sans"/>
              </a:defRPr>
            </a:lvl2pPr>
            <a:lvl3pPr>
              <a:defRPr sz="1800" b="1">
                <a:solidFill>
                  <a:srgbClr val="147B61"/>
                </a:solidFill>
                <a:latin typeface="DejaVu Sans"/>
                <a:ea typeface="DejaVu Sans"/>
                <a:cs typeface="DejaVu Sans"/>
              </a:defRPr>
            </a:lvl3pPr>
            <a:lvl4pPr>
              <a:defRPr sz="1800" b="1">
                <a:solidFill>
                  <a:srgbClr val="147B61"/>
                </a:solidFill>
                <a:latin typeface="DejaVu Sans"/>
                <a:ea typeface="DejaVu Sans"/>
                <a:cs typeface="DejaVu Sans"/>
              </a:defRPr>
            </a:lvl4pPr>
            <a:lvl5pPr>
              <a:defRPr sz="1800" b="1">
                <a:solidFill>
                  <a:srgbClr val="147B61"/>
                </a:solidFill>
                <a:latin typeface="DejaVu Sans"/>
                <a:ea typeface="DejaVu Sans"/>
                <a:cs typeface="DejaVu Sans"/>
              </a:defRPr>
            </a:lvl5pPr>
            <a:lvl6pPr>
              <a:defRPr sz="1800" b="1">
                <a:solidFill>
                  <a:srgbClr val="147B61"/>
                </a:solidFill>
                <a:latin typeface="DejaVu Sans"/>
                <a:ea typeface="DejaVu Sans"/>
                <a:cs typeface="DejaVu Sans"/>
              </a:defRPr>
            </a:lvl6pPr>
            <a:lvl7pPr>
              <a:defRPr sz="1800" b="1">
                <a:solidFill>
                  <a:srgbClr val="147B61"/>
                </a:solidFill>
                <a:latin typeface="DejaVu Sans"/>
                <a:ea typeface="DejaVu Sans"/>
                <a:cs typeface="DejaVu Sans"/>
              </a:defRPr>
            </a:lvl7pPr>
            <a:lvl8pPr>
              <a:defRPr sz="1800" b="1">
                <a:solidFill>
                  <a:srgbClr val="147B61"/>
                </a:solidFill>
                <a:latin typeface="DejaVu Sans"/>
                <a:ea typeface="DejaVu Sans"/>
                <a:cs typeface="DejaVu Sans"/>
              </a:defRPr>
            </a:lvl8pPr>
            <a:lvl9pPr>
              <a:defRPr sz="1800" b="1">
                <a:solidFill>
                  <a:srgbClr val="147B61"/>
                </a:solidFill>
                <a:latin typeface="DejaVu Sans"/>
                <a:ea typeface="DejaVu Sans"/>
                <a:cs typeface="DejaVu Sans"/>
              </a:defRPr>
            </a:lvl9pPr>
          </a:lstStyle>
          <a:p xmlns:a="http://schemas.openxmlformats.org/drawingml/2006/main">
            <a:pPr>
              <a:defRPr sz="1800" b="1">
                <a:solidFill>
                  <a:srgbClr val="147B61"/>
                </a:solidFill>
                <a:latin typeface="DejaVu Sans"/>
                <a:ea typeface="DejaVu Sans"/>
                <a:cs typeface="DejaVu Sans"/>
              </a:defRPr>
            </a:pPr>
            <a:r>
              <a:rPr sz="1800" b="1">
                <a:solidFill>
                  <a:srgbClr val="147B61"/>
                </a:solidFill>
                <a:latin typeface="DejaVu Sans"/>
                <a:ea typeface="DejaVu Sans"/>
                <a:cs typeface="DejaVu Sans"/>
              </a:rPr>
              <a:t>ConstraintLayout</a:t>
            </a:r>
          </a:p>
        </p:txBody>
      </p:sp>
      <p:pic>
        <p:nvPicPr>
          <p:cNvPr id="9" name="">
            <a:extLst xmlns:a="http://schemas.openxmlformats.org/drawingml/2006/main">
              <a:ext uri="{FF2B5EF4-FFF2-40B4-BE49-F238E27FC236}">
                <a16:creationId xmlns:a16="http://schemas.microsoft.com/office/drawing/2014/main" id="{EC08A75B-E004-4BCC-B9B5-AB3AB58D58D4}"/>
              </a:ext>
            </a:extLst>
          </p:cNvPr>
          <p:cNvPicPr>
            <a:picLocks xmlns:a="http://schemas.openxmlformats.org/drawingml/2006/main" noChangeAspect="1"/>
          </p:cNvPicPr>
          <p:nvPr/>
        </p:nvPicPr>
        <p:blipFill>
          <a:blip xmlns:r="http://schemas.openxmlformats.org/officeDocument/2006/relationships" xmlns:a="http://schemas.openxmlformats.org/drawingml/2006/main" r:embed="Re1cf2365195a40d8"/>
          <a:stretch xmlns:a="http://schemas.openxmlformats.org/drawingml/2006/main"/>
        </p:blipFill>
        <p:spPr>
          <a:xfrm xmlns:a="http://schemas.openxmlformats.org/drawingml/2006/main">
            <a:off x="6766337" y="1962150"/>
            <a:ext cx="1373951" cy="1666875"/>
          </a:xfrm>
          <a:prstGeom xmlns:a="http://schemas.openxmlformats.org/drawingml/2006/main" prst="rect">
            <a:avLst/>
          </a:prstGeom>
        </p:spPr>
      </p:pic>
      <p:sp>
        <p:nvSpPr>
          <p:cNvPr id="10" name="text-6">
            <a:extLst xmlns:a="http://schemas.openxmlformats.org/drawingml/2006/main">
              <a:ext uri="{FF2B5EF4-FFF2-40B4-BE49-F238E27FC236}">
                <a16:creationId xmlns:a16="http://schemas.microsoft.com/office/drawing/2014/main" id="{2DF68D5E-6CA0-491B-9DB9-68E17B4CE6E7}"/>
              </a:ext>
            </a:extLst>
          </p:cNvPr>
          <p:cNvSpPr>
            <a:spLocks xmlns:a="http://schemas.openxmlformats.org/drawingml/2006/main" noGrp="1"/>
          </p:cNvSpPr>
          <p:nvPr/>
        </p:nvSpPr>
        <p:spPr>
          <a:xfrm xmlns:a="http://schemas.openxmlformats.org/drawingml/2006/main">
            <a:off x="6286500" y="38195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GridLayout</a:t>
            </a:r>
          </a:p>
        </p:txBody>
      </p:sp>
      <p:pic>
        <p:nvPicPr>
          <p:cNvPr id="11" name="">
            <a:extLst xmlns:a="http://schemas.openxmlformats.org/drawingml/2006/main">
              <a:ext uri="{FF2B5EF4-FFF2-40B4-BE49-F238E27FC236}">
                <a16:creationId xmlns:a16="http://schemas.microsoft.com/office/drawing/2014/main" id="{C6084856-7769-4A38-8FBA-0C466B6E2624}"/>
              </a:ext>
            </a:extLst>
          </p:cNvPr>
          <p:cNvPicPr>
            <a:picLocks xmlns:a="http://schemas.openxmlformats.org/drawingml/2006/main" noChangeAspect="1"/>
          </p:cNvPicPr>
          <p:nvPr/>
        </p:nvPicPr>
        <p:blipFill>
          <a:blip xmlns:r="http://schemas.openxmlformats.org/officeDocument/2006/relationships" xmlns:a="http://schemas.openxmlformats.org/drawingml/2006/main" r:embed="Rd62c7342adaf4f15"/>
          <a:stretch xmlns:a="http://schemas.openxmlformats.org/drawingml/2006/main"/>
        </p:blipFill>
        <p:spPr>
          <a:xfrm xmlns:a="http://schemas.openxmlformats.org/drawingml/2006/main">
            <a:off x="9604787" y="1962150"/>
            <a:ext cx="1373951" cy="1666875"/>
          </a:xfrm>
          <a:prstGeom xmlns:a="http://schemas.openxmlformats.org/drawingml/2006/main" prst="rect">
            <a:avLst/>
          </a:prstGeom>
        </p:spPr>
      </p:pic>
      <p:sp>
        <p:nvSpPr>
          <p:cNvPr id="12" name="text-7">
            <a:extLst xmlns:a="http://schemas.openxmlformats.org/drawingml/2006/main">
              <a:ext uri="{FF2B5EF4-FFF2-40B4-BE49-F238E27FC236}">
                <a16:creationId xmlns:a16="http://schemas.microsoft.com/office/drawing/2014/main" id="{D943D285-B972-40CE-80C9-F13D5B0463AC}"/>
              </a:ext>
            </a:extLst>
          </p:cNvPr>
          <p:cNvSpPr>
            <a:spLocks xmlns:a="http://schemas.openxmlformats.org/drawingml/2006/main" noGrp="1"/>
          </p:cNvSpPr>
          <p:nvPr/>
        </p:nvSpPr>
        <p:spPr>
          <a:xfrm xmlns:a="http://schemas.openxmlformats.org/drawingml/2006/main">
            <a:off x="9124950" y="38195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TableLayout</a:t>
            </a:r>
          </a:p>
        </p:txBody>
      </p:sp>
      <p:sp>
        <p:nvSpPr>
          <p:cNvPr id="13" name="text-8">
            <a:extLst xmlns:a="http://schemas.openxmlformats.org/drawingml/2006/main">
              <a:ext uri="{FF2B5EF4-FFF2-40B4-BE49-F238E27FC236}">
                <a16:creationId xmlns:a16="http://schemas.microsoft.com/office/drawing/2014/main" id="{1756FF29-47B1-4F1A-8CFC-02136D2DA312}"/>
              </a:ext>
            </a:extLst>
          </p:cNvPr>
          <p:cNvSpPr>
            <a:spLocks xmlns:a="http://schemas.openxmlformats.org/drawingml/2006/main" noGrp="1"/>
          </p:cNvSpPr>
          <p:nvPr/>
        </p:nvSpPr>
        <p:spPr>
          <a:xfrm xmlns:a="http://schemas.openxmlformats.org/drawingml/2006/main">
            <a:off x="609600" y="4705350"/>
            <a:ext cx="5257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47B61"/>
                </a:solidFill>
                <a:latin typeface="DejaVu Sans"/>
                <a:ea typeface="DejaVu Sans"/>
                <a:cs typeface="DejaVu Sans"/>
              </a:defRPr>
            </a:defPPr>
            <a:lvl1pPr>
              <a:defRPr sz="2025" b="1">
                <a:solidFill>
                  <a:srgbClr val="147B61"/>
                </a:solidFill>
                <a:latin typeface="DejaVu Sans"/>
                <a:ea typeface="DejaVu Sans"/>
                <a:cs typeface="DejaVu Sans"/>
              </a:defRPr>
            </a:lvl1pPr>
            <a:lvl2pPr>
              <a:defRPr sz="2025" b="1">
                <a:solidFill>
                  <a:srgbClr val="147B61"/>
                </a:solidFill>
                <a:latin typeface="DejaVu Sans"/>
                <a:ea typeface="DejaVu Sans"/>
                <a:cs typeface="DejaVu Sans"/>
              </a:defRPr>
            </a:lvl2pPr>
            <a:lvl3pPr>
              <a:defRPr sz="2025" b="1">
                <a:solidFill>
                  <a:srgbClr val="147B61"/>
                </a:solidFill>
                <a:latin typeface="DejaVu Sans"/>
                <a:ea typeface="DejaVu Sans"/>
                <a:cs typeface="DejaVu Sans"/>
              </a:defRPr>
            </a:lvl3pPr>
            <a:lvl4pPr>
              <a:defRPr sz="2025" b="1">
                <a:solidFill>
                  <a:srgbClr val="147B61"/>
                </a:solidFill>
                <a:latin typeface="DejaVu Sans"/>
                <a:ea typeface="DejaVu Sans"/>
                <a:cs typeface="DejaVu Sans"/>
              </a:defRPr>
            </a:lvl4pPr>
            <a:lvl5pPr>
              <a:defRPr sz="2025" b="1">
                <a:solidFill>
                  <a:srgbClr val="147B61"/>
                </a:solidFill>
                <a:latin typeface="DejaVu Sans"/>
                <a:ea typeface="DejaVu Sans"/>
                <a:cs typeface="DejaVu Sans"/>
              </a:defRPr>
            </a:lvl5pPr>
            <a:lvl6pPr>
              <a:defRPr sz="2025" b="1">
                <a:solidFill>
                  <a:srgbClr val="147B61"/>
                </a:solidFill>
                <a:latin typeface="DejaVu Sans"/>
                <a:ea typeface="DejaVu Sans"/>
                <a:cs typeface="DejaVu Sans"/>
              </a:defRPr>
            </a:lvl6pPr>
            <a:lvl7pPr>
              <a:defRPr sz="2025" b="1">
                <a:solidFill>
                  <a:srgbClr val="147B61"/>
                </a:solidFill>
                <a:latin typeface="DejaVu Sans"/>
                <a:ea typeface="DejaVu Sans"/>
                <a:cs typeface="DejaVu Sans"/>
              </a:defRPr>
            </a:lvl7pPr>
            <a:lvl8pPr>
              <a:defRPr sz="2025" b="1">
                <a:solidFill>
                  <a:srgbClr val="147B61"/>
                </a:solidFill>
                <a:latin typeface="DejaVu Sans"/>
                <a:ea typeface="DejaVu Sans"/>
                <a:cs typeface="DejaVu Sans"/>
              </a:defRPr>
            </a:lvl8pPr>
            <a:lvl9pPr>
              <a:defRPr sz="2025" b="1">
                <a:solidFill>
                  <a:srgbClr val="147B61"/>
                </a:solidFill>
                <a:latin typeface="DejaVu Sans"/>
                <a:ea typeface="DejaVu Sans"/>
                <a:cs typeface="DejaVu Sans"/>
              </a:defRPr>
            </a:lvl9pPr>
          </a:lstStyle>
          <a:p xmlns:a="http://schemas.openxmlformats.org/drawingml/2006/main">
            <a:pPr>
              <a:defRPr sz="2025" b="1">
                <a:solidFill>
                  <a:srgbClr val="147B61"/>
                </a:solidFill>
                <a:latin typeface="DejaVu Sans"/>
                <a:ea typeface="DejaVu Sans"/>
                <a:cs typeface="DejaVu Sans"/>
              </a:defRPr>
            </a:pPr>
            <a:r>
              <a:rPr sz="2025" b="1">
                <a:solidFill>
                  <a:srgbClr val="147B61"/>
                </a:solidFill>
                <a:latin typeface="DejaVu Sans"/>
                <a:ea typeface="DejaVu Sans"/>
                <a:cs typeface="DejaVu Sans"/>
              </a:rPr>
              <a:t>Konsistensi tampilan</a:t>
            </a:r>
          </a:p>
        </p:txBody>
      </p:sp>
      <p:sp>
        <p:nvSpPr>
          <p:cNvPr id="14" name="text-9">
            <a:extLst xmlns:a="http://schemas.openxmlformats.org/drawingml/2006/main">
              <a:ext uri="{FF2B5EF4-FFF2-40B4-BE49-F238E27FC236}">
                <a16:creationId xmlns:a16="http://schemas.microsoft.com/office/drawing/2014/main" id="{06CFB7C8-EC0C-4060-9B6E-B4BF50657AC4}"/>
              </a:ext>
            </a:extLst>
          </p:cNvPr>
          <p:cNvSpPr>
            <a:spLocks xmlns:a="http://schemas.openxmlformats.org/drawingml/2006/main" noGrp="1"/>
          </p:cNvSpPr>
          <p:nvPr/>
        </p:nvSpPr>
        <p:spPr>
          <a:xfrm xmlns:a="http://schemas.openxmlformats.org/drawingml/2006/main">
            <a:off x="609600" y="5172075"/>
            <a:ext cx="5257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02A38"/>
                </a:solidFill>
                <a:latin typeface="DejaVu Sans"/>
                <a:ea typeface="DejaVu Sans"/>
                <a:cs typeface="DejaVu Sans"/>
              </a:defRPr>
            </a:defPPr>
            <a:lvl1pPr>
              <a:defRPr sz="1725" b="0">
                <a:solidFill>
                  <a:srgbClr val="102A38"/>
                </a:solidFill>
                <a:latin typeface="DejaVu Sans"/>
                <a:ea typeface="DejaVu Sans"/>
                <a:cs typeface="DejaVu Sans"/>
              </a:defRPr>
            </a:lvl1pPr>
            <a:lvl2pPr>
              <a:defRPr sz="1725" b="0">
                <a:solidFill>
                  <a:srgbClr val="102A38"/>
                </a:solidFill>
                <a:latin typeface="DejaVu Sans"/>
                <a:ea typeface="DejaVu Sans"/>
                <a:cs typeface="DejaVu Sans"/>
              </a:defRPr>
            </a:lvl2pPr>
            <a:lvl3pPr>
              <a:defRPr sz="1725" b="0">
                <a:solidFill>
                  <a:srgbClr val="102A38"/>
                </a:solidFill>
                <a:latin typeface="DejaVu Sans"/>
                <a:ea typeface="DejaVu Sans"/>
                <a:cs typeface="DejaVu Sans"/>
              </a:defRPr>
            </a:lvl3pPr>
            <a:lvl4pPr>
              <a:defRPr sz="1725" b="0">
                <a:solidFill>
                  <a:srgbClr val="102A38"/>
                </a:solidFill>
                <a:latin typeface="DejaVu Sans"/>
                <a:ea typeface="DejaVu Sans"/>
                <a:cs typeface="DejaVu Sans"/>
              </a:defRPr>
            </a:lvl4pPr>
            <a:lvl5pPr>
              <a:defRPr sz="1725" b="0">
                <a:solidFill>
                  <a:srgbClr val="102A38"/>
                </a:solidFill>
                <a:latin typeface="DejaVu Sans"/>
                <a:ea typeface="DejaVu Sans"/>
                <a:cs typeface="DejaVu Sans"/>
              </a:defRPr>
            </a:lvl5pPr>
            <a:lvl6pPr>
              <a:defRPr sz="1725" b="0">
                <a:solidFill>
                  <a:srgbClr val="102A38"/>
                </a:solidFill>
                <a:latin typeface="DejaVu Sans"/>
                <a:ea typeface="DejaVu Sans"/>
                <a:cs typeface="DejaVu Sans"/>
              </a:defRPr>
            </a:lvl6pPr>
            <a:lvl7pPr>
              <a:defRPr sz="1725" b="0">
                <a:solidFill>
                  <a:srgbClr val="102A38"/>
                </a:solidFill>
                <a:latin typeface="DejaVu Sans"/>
                <a:ea typeface="DejaVu Sans"/>
                <a:cs typeface="DejaVu Sans"/>
              </a:defRPr>
            </a:lvl7pPr>
            <a:lvl8pPr>
              <a:defRPr sz="1725" b="0">
                <a:solidFill>
                  <a:srgbClr val="102A38"/>
                </a:solidFill>
                <a:latin typeface="DejaVu Sans"/>
                <a:ea typeface="DejaVu Sans"/>
                <a:cs typeface="DejaVu Sans"/>
              </a:defRPr>
            </a:lvl8pPr>
            <a:lvl9pPr>
              <a:defRPr sz="1725" b="0">
                <a:solidFill>
                  <a:srgbClr val="102A38"/>
                </a:solidFill>
                <a:latin typeface="DejaVu Sans"/>
                <a:ea typeface="DejaVu Sans"/>
                <a:cs typeface="DejaVu Sans"/>
              </a:defRPr>
            </a:lvl9pPr>
          </a:lstStyle>
          <a:p xmlns:a="http://schemas.openxmlformats.org/drawingml/2006/main">
            <a:pPr>
              <a:defRPr sz="1725" b="0">
                <a:solidFill>
                  <a:srgbClr val="102A38"/>
                </a:solidFill>
                <a:latin typeface="DejaVu Sans"/>
                <a:ea typeface="DejaVu Sans"/>
                <a:cs typeface="DejaVu Sans"/>
              </a:defRPr>
            </a:pPr>
            <a:r>
              <a:rPr sz="1725" b="0">
                <a:solidFill>
                  <a:srgbClr val="102A38"/>
                </a:solidFill>
                <a:latin typeface="DejaVu Sans"/>
                <a:ea typeface="DejaVu Sans"/>
                <a:cs typeface="DejaVu Sans"/>
              </a:rPr>
              <a:t>Style mengatur atribut View. Theme menerapkannya pada Activity atau aplikasi.</a:t>
            </a:r>
          </a:p>
        </p:txBody>
      </p:sp>
      <p:sp>
        <p:nvSpPr>
          <p:cNvPr id="15" name="text-10">
            <a:extLst xmlns:a="http://schemas.openxmlformats.org/drawingml/2006/main">
              <a:ext uri="{FF2B5EF4-FFF2-40B4-BE49-F238E27FC236}">
                <a16:creationId xmlns:a16="http://schemas.microsoft.com/office/drawing/2014/main" id="{85A45DE3-6D5A-455D-B6C5-EEB9B0E51286}"/>
              </a:ext>
            </a:extLst>
          </p:cNvPr>
          <p:cNvSpPr>
            <a:spLocks xmlns:a="http://schemas.openxmlformats.org/drawingml/2006/main" noGrp="1"/>
          </p:cNvSpPr>
          <p:nvPr/>
        </p:nvSpPr>
        <p:spPr>
          <a:xfrm xmlns:a="http://schemas.openxmlformats.org/drawingml/2006/main">
            <a:off x="6334125" y="4705350"/>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47B61"/>
                </a:solidFill>
                <a:latin typeface="DejaVu Sans"/>
                <a:ea typeface="DejaVu Sans"/>
                <a:cs typeface="DejaVu Sans"/>
              </a:defRPr>
            </a:defPPr>
            <a:lvl1pPr>
              <a:defRPr sz="2025" b="1">
                <a:solidFill>
                  <a:srgbClr val="147B61"/>
                </a:solidFill>
                <a:latin typeface="DejaVu Sans"/>
                <a:ea typeface="DejaVu Sans"/>
                <a:cs typeface="DejaVu Sans"/>
              </a:defRPr>
            </a:lvl1pPr>
            <a:lvl2pPr>
              <a:defRPr sz="2025" b="1">
                <a:solidFill>
                  <a:srgbClr val="147B61"/>
                </a:solidFill>
                <a:latin typeface="DejaVu Sans"/>
                <a:ea typeface="DejaVu Sans"/>
                <a:cs typeface="DejaVu Sans"/>
              </a:defRPr>
            </a:lvl2pPr>
            <a:lvl3pPr>
              <a:defRPr sz="2025" b="1">
                <a:solidFill>
                  <a:srgbClr val="147B61"/>
                </a:solidFill>
                <a:latin typeface="DejaVu Sans"/>
                <a:ea typeface="DejaVu Sans"/>
                <a:cs typeface="DejaVu Sans"/>
              </a:defRPr>
            </a:lvl3pPr>
            <a:lvl4pPr>
              <a:defRPr sz="2025" b="1">
                <a:solidFill>
                  <a:srgbClr val="147B61"/>
                </a:solidFill>
                <a:latin typeface="DejaVu Sans"/>
                <a:ea typeface="DejaVu Sans"/>
                <a:cs typeface="DejaVu Sans"/>
              </a:defRPr>
            </a:lvl4pPr>
            <a:lvl5pPr>
              <a:defRPr sz="2025" b="1">
                <a:solidFill>
                  <a:srgbClr val="147B61"/>
                </a:solidFill>
                <a:latin typeface="DejaVu Sans"/>
                <a:ea typeface="DejaVu Sans"/>
                <a:cs typeface="DejaVu Sans"/>
              </a:defRPr>
            </a:lvl5pPr>
            <a:lvl6pPr>
              <a:defRPr sz="2025" b="1">
                <a:solidFill>
                  <a:srgbClr val="147B61"/>
                </a:solidFill>
                <a:latin typeface="DejaVu Sans"/>
                <a:ea typeface="DejaVu Sans"/>
                <a:cs typeface="DejaVu Sans"/>
              </a:defRPr>
            </a:lvl6pPr>
            <a:lvl7pPr>
              <a:defRPr sz="2025" b="1">
                <a:solidFill>
                  <a:srgbClr val="147B61"/>
                </a:solidFill>
                <a:latin typeface="DejaVu Sans"/>
                <a:ea typeface="DejaVu Sans"/>
                <a:cs typeface="DejaVu Sans"/>
              </a:defRPr>
            </a:lvl7pPr>
            <a:lvl8pPr>
              <a:defRPr sz="2025" b="1">
                <a:solidFill>
                  <a:srgbClr val="147B61"/>
                </a:solidFill>
                <a:latin typeface="DejaVu Sans"/>
                <a:ea typeface="DejaVu Sans"/>
                <a:cs typeface="DejaVu Sans"/>
              </a:defRPr>
            </a:lvl8pPr>
            <a:lvl9pPr>
              <a:defRPr sz="2025" b="1">
                <a:solidFill>
                  <a:srgbClr val="147B61"/>
                </a:solidFill>
                <a:latin typeface="DejaVu Sans"/>
                <a:ea typeface="DejaVu Sans"/>
                <a:cs typeface="DejaVu Sans"/>
              </a:defRPr>
            </a:lvl9pPr>
          </a:lstStyle>
          <a:p xmlns:a="http://schemas.openxmlformats.org/drawingml/2006/main">
            <a:pPr>
              <a:defRPr sz="2025" b="1">
                <a:solidFill>
                  <a:srgbClr val="147B61"/>
                </a:solidFill>
                <a:latin typeface="DejaVu Sans"/>
                <a:ea typeface="DejaVu Sans"/>
                <a:cs typeface="DejaVu Sans"/>
              </a:defRPr>
            </a:pPr>
            <a:r>
              <a:rPr sz="2025" b="1">
                <a:solidFill>
                  <a:srgbClr val="147B61"/>
                </a:solidFill>
                <a:latin typeface="DejaVu Sans"/>
                <a:ea typeface="DejaVu Sans"/>
                <a:cs typeface="DejaVu Sans"/>
              </a:rPr>
              <a:t>Konteks pengguna</a:t>
            </a:r>
          </a:p>
        </p:txBody>
      </p:sp>
      <p:sp>
        <p:nvSpPr>
          <p:cNvPr id="16" name="text-11">
            <a:extLst xmlns:a="http://schemas.openxmlformats.org/drawingml/2006/main">
              <a:ext uri="{FF2B5EF4-FFF2-40B4-BE49-F238E27FC236}">
                <a16:creationId xmlns:a16="http://schemas.microsoft.com/office/drawing/2014/main" id="{18D47FE8-D6FF-409F-8B70-8B01A4948112}"/>
              </a:ext>
            </a:extLst>
          </p:cNvPr>
          <p:cNvSpPr>
            <a:spLocks xmlns:a="http://schemas.openxmlformats.org/drawingml/2006/main" noGrp="1"/>
          </p:cNvSpPr>
          <p:nvPr/>
        </p:nvSpPr>
        <p:spPr>
          <a:xfrm xmlns:a="http://schemas.openxmlformats.org/drawingml/2006/main">
            <a:off x="6334125" y="5172075"/>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102A38"/>
                </a:solidFill>
                <a:latin typeface="DejaVu Sans"/>
                <a:ea typeface="DejaVu Sans"/>
                <a:cs typeface="DejaVu Sans"/>
              </a:defRPr>
            </a:defPPr>
            <a:lvl1pPr>
              <a:defRPr sz="1725" b="0">
                <a:solidFill>
                  <a:srgbClr val="102A38"/>
                </a:solidFill>
                <a:latin typeface="DejaVu Sans"/>
                <a:ea typeface="DejaVu Sans"/>
                <a:cs typeface="DejaVu Sans"/>
              </a:defRPr>
            </a:lvl1pPr>
            <a:lvl2pPr>
              <a:defRPr sz="1725" b="0">
                <a:solidFill>
                  <a:srgbClr val="102A38"/>
                </a:solidFill>
                <a:latin typeface="DejaVu Sans"/>
                <a:ea typeface="DejaVu Sans"/>
                <a:cs typeface="DejaVu Sans"/>
              </a:defRPr>
            </a:lvl2pPr>
            <a:lvl3pPr>
              <a:defRPr sz="1725" b="0">
                <a:solidFill>
                  <a:srgbClr val="102A38"/>
                </a:solidFill>
                <a:latin typeface="DejaVu Sans"/>
                <a:ea typeface="DejaVu Sans"/>
                <a:cs typeface="DejaVu Sans"/>
              </a:defRPr>
            </a:lvl3pPr>
            <a:lvl4pPr>
              <a:defRPr sz="1725" b="0">
                <a:solidFill>
                  <a:srgbClr val="102A38"/>
                </a:solidFill>
                <a:latin typeface="DejaVu Sans"/>
                <a:ea typeface="DejaVu Sans"/>
                <a:cs typeface="DejaVu Sans"/>
              </a:defRPr>
            </a:lvl4pPr>
            <a:lvl5pPr>
              <a:defRPr sz="1725" b="0">
                <a:solidFill>
                  <a:srgbClr val="102A38"/>
                </a:solidFill>
                <a:latin typeface="DejaVu Sans"/>
                <a:ea typeface="DejaVu Sans"/>
                <a:cs typeface="DejaVu Sans"/>
              </a:defRPr>
            </a:lvl5pPr>
            <a:lvl6pPr>
              <a:defRPr sz="1725" b="0">
                <a:solidFill>
                  <a:srgbClr val="102A38"/>
                </a:solidFill>
                <a:latin typeface="DejaVu Sans"/>
                <a:ea typeface="DejaVu Sans"/>
                <a:cs typeface="DejaVu Sans"/>
              </a:defRPr>
            </a:lvl6pPr>
            <a:lvl7pPr>
              <a:defRPr sz="1725" b="0">
                <a:solidFill>
                  <a:srgbClr val="102A38"/>
                </a:solidFill>
                <a:latin typeface="DejaVu Sans"/>
                <a:ea typeface="DejaVu Sans"/>
                <a:cs typeface="DejaVu Sans"/>
              </a:defRPr>
            </a:lvl7pPr>
            <a:lvl8pPr>
              <a:defRPr sz="1725" b="0">
                <a:solidFill>
                  <a:srgbClr val="102A38"/>
                </a:solidFill>
                <a:latin typeface="DejaVu Sans"/>
                <a:ea typeface="DejaVu Sans"/>
                <a:cs typeface="DejaVu Sans"/>
              </a:defRPr>
            </a:lvl8pPr>
            <a:lvl9pPr>
              <a:defRPr sz="1725" b="0">
                <a:solidFill>
                  <a:srgbClr val="102A38"/>
                </a:solidFill>
                <a:latin typeface="DejaVu Sans"/>
                <a:ea typeface="DejaVu Sans"/>
                <a:cs typeface="DejaVu Sans"/>
              </a:defRPr>
            </a:lvl9pPr>
          </a:lstStyle>
          <a:p xmlns:a="http://schemas.openxmlformats.org/drawingml/2006/main">
            <a:pPr>
              <a:defRPr sz="1725" b="0">
                <a:solidFill>
                  <a:srgbClr val="102A38"/>
                </a:solidFill>
                <a:latin typeface="DejaVu Sans"/>
                <a:ea typeface="DejaVu Sans"/>
                <a:cs typeface="DejaVu Sans"/>
              </a:defRPr>
            </a:pPr>
            <a:r>
              <a:rPr sz="1725" b="0">
                <a:solidFill>
                  <a:srgbClr val="102A38"/>
                </a:solidFill>
                <a:latin typeface="DejaVu Sans"/>
                <a:ea typeface="DejaVu Sans"/>
                <a:cs typeface="DejaVu Sans"/>
              </a:rPr>
              <a:t>Localization menyesuaikan bahasa. Back, navigasi hierarkis, dan drawer membantu perpindahan.</a:t>
            </a:r>
          </a:p>
        </p:txBody>
      </p:sp>
    </p:spTree>
    <p:extLst>
      <p:ext uri="{BB962C8B-B14F-4D97-AF65-F5344CB8AC3E}">
        <p14:creationId xmlns:p14="http://schemas.microsoft.com/office/powerpoint/2010/main" val="2013894285"/>
      </p:ext>
    </p:extLst>
  </p:cSld>
</p:sld>
</file>

<file path=ppt/slides/slide1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03770AD2-07F0-4B42-8634-49C7A4183AED}"/>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03 / UI DAN UX</a:t>
            </a:r>
          </a:p>
        </p:txBody>
      </p:sp>
      <p:sp>
        <p:nvSpPr>
          <p:cNvPr id="2" name="slide-title">
            <a:extLst xmlns:a="http://schemas.openxmlformats.org/drawingml/2006/main">
              <a:ext uri="{FF2B5EF4-FFF2-40B4-BE49-F238E27FC236}">
                <a16:creationId xmlns:a16="http://schemas.microsoft.com/office/drawing/2014/main" id="{9F8404C0-9F91-4548-A26F-B004E331FDEF}"/>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Peran komponen RecyclerView</a:t>
            </a:r>
          </a:p>
        </p:txBody>
      </p:sp>
      <p:sp>
        <p:nvSpPr>
          <p:cNvPr id="3" name="text-2">
            <a:extLst xmlns:a="http://schemas.openxmlformats.org/drawingml/2006/main">
              <a:ext uri="{FF2B5EF4-FFF2-40B4-BE49-F238E27FC236}">
                <a16:creationId xmlns:a16="http://schemas.microsoft.com/office/drawing/2014/main" id="{D4A0150B-6BD7-44C0-A79C-9A2229D5566F}"/>
              </a:ext>
            </a:extLst>
          </p:cNvPr>
          <p:cNvSpPr>
            <a:spLocks xmlns:a="http://schemas.openxmlformats.org/drawingml/2006/main" noGrp="1"/>
          </p:cNvSpPr>
          <p:nvPr/>
        </p:nvSpPr>
        <p:spPr>
          <a:xfrm xmlns:a="http://schemas.openxmlformats.org/drawingml/2006/main">
            <a:off x="609600" y="14382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Menampilkan kumpulan data melalui pemisahan data dan tampilan</a:t>
            </a:r>
          </a:p>
        </p:txBody>
      </p:sp>
      <p:sp>
        <p:nvSpPr>
          <p:cNvPr id="4" name="text-3">
            <a:extLst xmlns:a="http://schemas.openxmlformats.org/drawingml/2006/main">
              <a:ext uri="{FF2B5EF4-FFF2-40B4-BE49-F238E27FC236}">
                <a16:creationId xmlns:a16="http://schemas.microsoft.com/office/drawing/2014/main" id="{B65D4C45-7D12-41E6-8F3C-2D8D1B880ECF}"/>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3, hlm. PDF 13–22</a:t>
            </a:r>
          </a:p>
        </p:txBody>
      </p:sp>
      <p:sp>
        <p:nvSpPr>
          <p:cNvPr id="5" name="text-4">
            <a:extLst xmlns:a="http://schemas.openxmlformats.org/drawingml/2006/main">
              <a:ext uri="{FF2B5EF4-FFF2-40B4-BE49-F238E27FC236}">
                <a16:creationId xmlns:a16="http://schemas.microsoft.com/office/drawing/2014/main" id="{C062CF9D-87EB-4ECE-A507-8783E1FDA0B1}"/>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15</a:t>
            </a:r>
          </a:p>
        </p:txBody>
      </p:sp>
      <p:graphicFrame>
        <p:nvGraphicFramePr>
          <p:cNvPr id="6" name="">
            <a:extLst xmlns:a="http://schemas.openxmlformats.org/drawingml/2006/main">
              <a:ext uri="{FF2B5EF4-FFF2-40B4-BE49-F238E27FC236}">
                <a16:creationId xmlns:a16="http://schemas.microsoft.com/office/drawing/2014/main" id="{E926859E-BF93-4755-99F9-26F6D7F436C8}"/>
              </a:ext>
            </a:extLst>
          </p:cNvPr>
          <p:cNvGraphicFramePr/>
          <p:nvPr/>
        </p:nvGraphicFramePr>
        <p:xfrm>
          <a:off xmlns:a="http://schemas.openxmlformats.org/drawingml/2006/main" x="609600" y="1952625"/>
          <a:ext xmlns:a="http://schemas.openxmlformats.org/drawingml/2006/main" cx="10972800" cy="3857625"/>
        </p:xfrm>
        <a:graphic xmlns:a="http://schemas.openxmlformats.org/drawingml/2006/main">
          <a:graphicData uri="http://schemas.openxmlformats.org/drawingml/2006/table">
            <a:tbl>
              <a:tblPr/>
              <a:tblGrid>
                <a:gridCol w="3429000"/>
                <a:gridCol w="7543800"/>
              </a:tblGrid>
              <a:tr h="533400">
                <a:tc>
                  <a:txBody>
                    <a:bodyPr lIns="95250" tIns="95250" rIns="95250" bIns="95250">
                      <a:noAutofit/>
                    </a:bodyPr>
                    <a:lstStyle/>
                    <a:p>
                      <a:r>
                        <a:rPr sz="1800" b="1">
                          <a:solidFill>
                            <a:srgbClr val="FFFFFF"/>
                          </a:solidFill>
                          <a:latin typeface="DejaVu Sans"/>
                          <a:ea typeface="DejaVu Sans"/>
                          <a:cs typeface="DejaVu Sans"/>
                        </a:rPr>
                        <a:t>Komponen</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800" b="1">
                          <a:solidFill>
                            <a:srgbClr val="FFFFFF"/>
                          </a:solidFill>
                          <a:latin typeface="DejaVu Sans"/>
                          <a:ea typeface="DejaVu Sans"/>
                          <a:cs typeface="DejaVu Sans"/>
                        </a:rPr>
                        <a:t>Tanggung jawab</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664845">
                <a:tc>
                  <a:txBody>
                    <a:bodyPr lIns="95250" tIns="95250" rIns="95250" bIns="95250">
                      <a:noAutofit/>
                    </a:bodyPr>
                    <a:lstStyle/>
                    <a:p>
                      <a:r>
                        <a:rPr sz="1800" b="1">
                          <a:solidFill>
                            <a:srgbClr val="102A38"/>
                          </a:solidFill>
                          <a:latin typeface="DejaVu Sans"/>
                          <a:ea typeface="DejaVu Sans"/>
                          <a:cs typeface="DejaVu Sans"/>
                        </a:rPr>
                        <a:t>Model data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00" b="0">
                          <a:solidFill>
                            <a:srgbClr val="102A38"/>
                          </a:solidFill>
                          <a:latin typeface="DejaVu Sans"/>
                          <a:ea typeface="DejaVu Sans"/>
                          <a:cs typeface="DejaVu Sans"/>
                        </a:rPr>
                        <a:t>Menyimpan nilai setiap item, misalnya objek Book</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64845">
                <a:tc>
                  <a:txBody>
                    <a:bodyPr lIns="95250" tIns="95250" rIns="95250" bIns="95250">
                      <a:noAutofit/>
                    </a:bodyPr>
                    <a:lstStyle/>
                    <a:p>
                      <a:r>
                        <a:rPr sz="1800" b="1">
                          <a:solidFill>
                            <a:srgbClr val="102A38"/>
                          </a:solidFill>
                          <a:latin typeface="DejaVu Sans"/>
                          <a:ea typeface="DejaVu Sans"/>
                          <a:cs typeface="DejaVu Sans"/>
                        </a:rPr>
                        <a:t>Layout item</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800" b="0">
                          <a:solidFill>
                            <a:srgbClr val="102A38"/>
                          </a:solidFill>
                          <a:latin typeface="DejaVu Sans"/>
                          <a:ea typeface="DejaVu Sans"/>
                          <a:cs typeface="DejaVu Sans"/>
                        </a:rPr>
                        <a:t>Menentukan tampilan satu baris daftar</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64845">
                <a:tc>
                  <a:txBody>
                    <a:bodyPr lIns="95250" tIns="95250" rIns="95250" bIns="95250">
                      <a:noAutofit/>
                    </a:bodyPr>
                    <a:lstStyle/>
                    <a:p>
                      <a:r>
                        <a:rPr sz="1800" b="1">
                          <a:solidFill>
                            <a:srgbClr val="102A38"/>
                          </a:solidFill>
                          <a:latin typeface="DejaVu Sans"/>
                          <a:ea typeface="DejaVu Sans"/>
                          <a:cs typeface="DejaVu Sans"/>
                        </a:rPr>
                        <a:t>ViewHolder</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00" b="0">
                          <a:solidFill>
                            <a:srgbClr val="102A38"/>
                          </a:solidFill>
                          <a:latin typeface="DejaVu Sans"/>
                          <a:ea typeface="DejaVu Sans"/>
                          <a:cs typeface="DejaVu Sans"/>
                        </a:rPr>
                        <a:t>Menyimpan referensi View untuk satu item</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64845">
                <a:tc>
                  <a:txBody>
                    <a:bodyPr lIns="95250" tIns="95250" rIns="95250" bIns="95250">
                      <a:noAutofit/>
                    </a:bodyPr>
                    <a:lstStyle/>
                    <a:p>
                      <a:r>
                        <a:rPr sz="1800" b="1">
                          <a:solidFill>
                            <a:srgbClr val="102A38"/>
                          </a:solidFill>
                          <a:latin typeface="DejaVu Sans"/>
                          <a:ea typeface="DejaVu Sans"/>
                          <a:cs typeface="DejaVu Sans"/>
                        </a:rPr>
                        <a:t>Adapter</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800" b="0">
                          <a:solidFill>
                            <a:srgbClr val="102A38"/>
                          </a:solidFill>
                          <a:latin typeface="DejaVu Sans"/>
                          <a:ea typeface="DejaVu Sans"/>
                          <a:cs typeface="DejaVu Sans"/>
                        </a:rPr>
                        <a:t>Membuat ViewHolder dan mengikat data ke View</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64845">
                <a:tc>
                  <a:txBody>
                    <a:bodyPr lIns="95250" tIns="95250" rIns="95250" bIns="95250">
                      <a:noAutofit/>
                    </a:bodyPr>
                    <a:lstStyle/>
                    <a:p>
                      <a:r>
                        <a:rPr sz="1800" b="1">
                          <a:solidFill>
                            <a:srgbClr val="102A38"/>
                          </a:solidFill>
                          <a:latin typeface="DejaVu Sans"/>
                          <a:ea typeface="DejaVu Sans"/>
                          <a:cs typeface="DejaVu Sans"/>
                        </a:rPr>
                        <a:t>LayoutManager</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800" b="0">
                          <a:solidFill>
                            <a:srgbClr val="102A38"/>
                          </a:solidFill>
                          <a:latin typeface="DejaVu Sans"/>
                          <a:ea typeface="DejaVu Sans"/>
                          <a:cs typeface="DejaVu Sans"/>
                        </a:rPr>
                        <a:t>Mengatur susunan item, misalnya daftar vertikal</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bl>
          </a:graphicData>
        </a:graphic>
      </p:graphicFrame>
    </p:spTree>
    <p:extLst>
      <p:ext uri="{BB962C8B-B14F-4D97-AF65-F5344CB8AC3E}">
        <p14:creationId xmlns:p14="http://schemas.microsoft.com/office/powerpoint/2010/main" val="349831701"/>
      </p:ext>
    </p:extLst>
  </p:cSld>
</p:sld>
</file>

<file path=ppt/slides/slide1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6" name="text-0">
            <a:extLst xmlns:a="http://schemas.openxmlformats.org/drawingml/2006/main">
              <a:ext uri="{FF2B5EF4-FFF2-40B4-BE49-F238E27FC236}">
                <a16:creationId xmlns:a16="http://schemas.microsoft.com/office/drawing/2014/main" id="{538847F6-8F04-4FAE-9128-D4AADAA6D977}"/>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03 / UI DAN UX</a:t>
            </a:r>
          </a:p>
        </p:txBody>
      </p:sp>
      <p:sp>
        <p:nvSpPr>
          <p:cNvPr id="2" name="slide-title">
            <a:extLst xmlns:a="http://schemas.openxmlformats.org/drawingml/2006/main">
              <a:ext uri="{FF2B5EF4-FFF2-40B4-BE49-F238E27FC236}">
                <a16:creationId xmlns:a16="http://schemas.microsoft.com/office/drawing/2014/main" id="{ED71DB3D-3589-4CBD-A441-52DC92060C3B}"/>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Contoh modul: daftar buku</a:t>
            </a:r>
          </a:p>
        </p:txBody>
      </p:sp>
      <p:sp>
        <p:nvSpPr>
          <p:cNvPr id="3" name="text-2">
            <a:extLst xmlns:a="http://schemas.openxmlformats.org/drawingml/2006/main">
              <a:ext uri="{FF2B5EF4-FFF2-40B4-BE49-F238E27FC236}">
                <a16:creationId xmlns:a16="http://schemas.microsoft.com/office/drawing/2014/main" id="{C0CFD628-527A-4BA6-966D-8B5D018460D7}"/>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3, hlm. PDF 14–22</a:t>
            </a:r>
          </a:p>
        </p:txBody>
      </p:sp>
      <p:sp>
        <p:nvSpPr>
          <p:cNvPr id="4" name="text-3">
            <a:extLst xmlns:a="http://schemas.openxmlformats.org/drawingml/2006/main">
              <a:ext uri="{FF2B5EF4-FFF2-40B4-BE49-F238E27FC236}">
                <a16:creationId xmlns:a16="http://schemas.microsoft.com/office/drawing/2014/main" id="{5294638A-FB9A-4439-97DF-0CC21F662867}"/>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16</a:t>
            </a:r>
          </a:p>
        </p:txBody>
      </p:sp>
      <p:sp>
        <p:nvSpPr>
          <p:cNvPr id="5" name="text-4">
            <a:extLst xmlns:a="http://schemas.openxmlformats.org/drawingml/2006/main">
              <a:ext uri="{FF2B5EF4-FFF2-40B4-BE49-F238E27FC236}">
                <a16:creationId xmlns:a16="http://schemas.microsoft.com/office/drawing/2014/main" id="{D0BF63A1-A77A-400E-BF32-C0A656AD70E0}"/>
              </a:ext>
            </a:extLst>
          </p:cNvPr>
          <p:cNvSpPr>
            <a:spLocks xmlns:a="http://schemas.openxmlformats.org/drawingml/2006/main" noGrp="1"/>
          </p:cNvSpPr>
          <p:nvPr/>
        </p:nvSpPr>
        <p:spPr>
          <a:xfrm xmlns:a="http://schemas.openxmlformats.org/drawingml/2006/main">
            <a:off x="609600" y="2305050"/>
            <a:ext cx="6286500" cy="2428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7DE2BA"/>
                </a:solidFill>
                <a:latin typeface="DejaVu Sans Mono"/>
                <a:ea typeface="DejaVu Sans Mono"/>
                <a:cs typeface="DejaVu Sans Mono"/>
              </a:defRPr>
            </a:defPPr>
            <a:lvl1pPr>
              <a:defRPr sz="1725" b="0">
                <a:solidFill>
                  <a:srgbClr val="7DE2BA"/>
                </a:solidFill>
                <a:latin typeface="DejaVu Sans Mono"/>
                <a:ea typeface="DejaVu Sans Mono"/>
                <a:cs typeface="DejaVu Sans Mono"/>
              </a:defRPr>
            </a:lvl1pPr>
            <a:lvl2pPr>
              <a:defRPr sz="1725" b="0">
                <a:solidFill>
                  <a:srgbClr val="7DE2BA"/>
                </a:solidFill>
                <a:latin typeface="DejaVu Sans Mono"/>
                <a:ea typeface="DejaVu Sans Mono"/>
                <a:cs typeface="DejaVu Sans Mono"/>
              </a:defRPr>
            </a:lvl2pPr>
            <a:lvl3pPr>
              <a:defRPr sz="1725" b="0">
                <a:solidFill>
                  <a:srgbClr val="7DE2BA"/>
                </a:solidFill>
                <a:latin typeface="DejaVu Sans Mono"/>
                <a:ea typeface="DejaVu Sans Mono"/>
                <a:cs typeface="DejaVu Sans Mono"/>
              </a:defRPr>
            </a:lvl3pPr>
            <a:lvl4pPr>
              <a:defRPr sz="1725" b="0">
                <a:solidFill>
                  <a:srgbClr val="7DE2BA"/>
                </a:solidFill>
                <a:latin typeface="DejaVu Sans Mono"/>
                <a:ea typeface="DejaVu Sans Mono"/>
                <a:cs typeface="DejaVu Sans Mono"/>
              </a:defRPr>
            </a:lvl4pPr>
            <a:lvl5pPr>
              <a:defRPr sz="1725" b="0">
                <a:solidFill>
                  <a:srgbClr val="7DE2BA"/>
                </a:solidFill>
                <a:latin typeface="DejaVu Sans Mono"/>
                <a:ea typeface="DejaVu Sans Mono"/>
                <a:cs typeface="DejaVu Sans Mono"/>
              </a:defRPr>
            </a:lvl5pPr>
            <a:lvl6pPr>
              <a:defRPr sz="1725" b="0">
                <a:solidFill>
                  <a:srgbClr val="7DE2BA"/>
                </a:solidFill>
                <a:latin typeface="DejaVu Sans Mono"/>
                <a:ea typeface="DejaVu Sans Mono"/>
                <a:cs typeface="DejaVu Sans Mono"/>
              </a:defRPr>
            </a:lvl6pPr>
            <a:lvl7pPr>
              <a:defRPr sz="1725" b="0">
                <a:solidFill>
                  <a:srgbClr val="7DE2BA"/>
                </a:solidFill>
                <a:latin typeface="DejaVu Sans Mono"/>
                <a:ea typeface="DejaVu Sans Mono"/>
                <a:cs typeface="DejaVu Sans Mono"/>
              </a:defRPr>
            </a:lvl7pPr>
            <a:lvl8pPr>
              <a:defRPr sz="1725" b="0">
                <a:solidFill>
                  <a:srgbClr val="7DE2BA"/>
                </a:solidFill>
                <a:latin typeface="DejaVu Sans Mono"/>
                <a:ea typeface="DejaVu Sans Mono"/>
                <a:cs typeface="DejaVu Sans Mono"/>
              </a:defRPr>
            </a:lvl8pPr>
            <a:lvl9pPr>
              <a:defRPr sz="1725" b="0">
                <a:solidFill>
                  <a:srgbClr val="7DE2BA"/>
                </a:solidFill>
                <a:latin typeface="DejaVu Sans Mono"/>
                <a:ea typeface="DejaVu Sans Mono"/>
                <a:cs typeface="DejaVu Sans Mono"/>
              </a:defRPr>
            </a:lvl9pPr>
          </a:lstStyle>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rvBook.setLayoutManager(</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new LinearLayoutManager(this));</a:t>
            </a:r>
          </a:p>
          <a:p xmlns:a="http://schemas.openxmlformats.org/drawingml/2006/main">
            <a:r>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ListBookAdapter adapter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new ListBookAdapter(list);</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rvBook.setAdapter(adapter);</a:t>
            </a:r>
          </a:p>
        </p:txBody>
      </p:sp>
      <p:sp>
        <p:nvSpPr>
          <p:cNvPr id="6" name="text-5">
            <a:extLst xmlns:a="http://schemas.openxmlformats.org/drawingml/2006/main">
              <a:ext uri="{FF2B5EF4-FFF2-40B4-BE49-F238E27FC236}">
                <a16:creationId xmlns:a16="http://schemas.microsoft.com/office/drawing/2014/main" id="{4E48C766-572A-448F-B4B3-81C883A3B4CD}"/>
              </a:ext>
            </a:extLst>
          </p:cNvPr>
          <p:cNvSpPr>
            <a:spLocks xmlns:a="http://schemas.openxmlformats.org/drawingml/2006/main" noGrp="1"/>
          </p:cNvSpPr>
          <p:nvPr/>
        </p:nvSpPr>
        <p:spPr>
          <a:xfrm xmlns:a="http://schemas.openxmlformats.org/drawingml/2006/main">
            <a:off x="7353300" y="209550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7DE2BA"/>
                </a:solidFill>
                <a:latin typeface="DejaVu Sans"/>
                <a:ea typeface="DejaVu Sans"/>
                <a:cs typeface="DejaVu Sans"/>
              </a:defRPr>
            </a:defPPr>
            <a:lvl1pPr>
              <a:defRPr sz="2850" b="1">
                <a:solidFill>
                  <a:srgbClr val="7DE2BA"/>
                </a:solidFill>
                <a:latin typeface="DejaVu Sans"/>
                <a:ea typeface="DejaVu Sans"/>
                <a:cs typeface="DejaVu Sans"/>
              </a:defRPr>
            </a:lvl1pPr>
            <a:lvl2pPr>
              <a:defRPr sz="2850" b="1">
                <a:solidFill>
                  <a:srgbClr val="7DE2BA"/>
                </a:solidFill>
                <a:latin typeface="DejaVu Sans"/>
                <a:ea typeface="DejaVu Sans"/>
                <a:cs typeface="DejaVu Sans"/>
              </a:defRPr>
            </a:lvl2pPr>
            <a:lvl3pPr>
              <a:defRPr sz="2850" b="1">
                <a:solidFill>
                  <a:srgbClr val="7DE2BA"/>
                </a:solidFill>
                <a:latin typeface="DejaVu Sans"/>
                <a:ea typeface="DejaVu Sans"/>
                <a:cs typeface="DejaVu Sans"/>
              </a:defRPr>
            </a:lvl3pPr>
            <a:lvl4pPr>
              <a:defRPr sz="2850" b="1">
                <a:solidFill>
                  <a:srgbClr val="7DE2BA"/>
                </a:solidFill>
                <a:latin typeface="DejaVu Sans"/>
                <a:ea typeface="DejaVu Sans"/>
                <a:cs typeface="DejaVu Sans"/>
              </a:defRPr>
            </a:lvl4pPr>
            <a:lvl5pPr>
              <a:defRPr sz="2850" b="1">
                <a:solidFill>
                  <a:srgbClr val="7DE2BA"/>
                </a:solidFill>
                <a:latin typeface="DejaVu Sans"/>
                <a:ea typeface="DejaVu Sans"/>
                <a:cs typeface="DejaVu Sans"/>
              </a:defRPr>
            </a:lvl5pPr>
            <a:lvl6pPr>
              <a:defRPr sz="2850" b="1">
                <a:solidFill>
                  <a:srgbClr val="7DE2BA"/>
                </a:solidFill>
                <a:latin typeface="DejaVu Sans"/>
                <a:ea typeface="DejaVu Sans"/>
                <a:cs typeface="DejaVu Sans"/>
              </a:defRPr>
            </a:lvl6pPr>
            <a:lvl7pPr>
              <a:defRPr sz="2850" b="1">
                <a:solidFill>
                  <a:srgbClr val="7DE2BA"/>
                </a:solidFill>
                <a:latin typeface="DejaVu Sans"/>
                <a:ea typeface="DejaVu Sans"/>
                <a:cs typeface="DejaVu Sans"/>
              </a:defRPr>
            </a:lvl7pPr>
            <a:lvl8pPr>
              <a:defRPr sz="2850" b="1">
                <a:solidFill>
                  <a:srgbClr val="7DE2BA"/>
                </a:solidFill>
                <a:latin typeface="DejaVu Sans"/>
                <a:ea typeface="DejaVu Sans"/>
                <a:cs typeface="DejaVu Sans"/>
              </a:defRPr>
            </a:lvl8pPr>
            <a:lvl9pPr>
              <a:defRPr sz="2850" b="1">
                <a:solidFill>
                  <a:srgbClr val="7DE2BA"/>
                </a:solidFill>
                <a:latin typeface="DejaVu Sans"/>
                <a:ea typeface="DejaVu Sans"/>
                <a:cs typeface="DejaVu Sans"/>
              </a:defRPr>
            </a:lvl9pPr>
          </a:lstStyle>
          <a:p xmlns:a="http://schemas.openxmlformats.org/drawingml/2006/main">
            <a:pPr>
              <a:defRPr sz="2850" b="1">
                <a:solidFill>
                  <a:srgbClr val="7DE2BA"/>
                </a:solidFill>
                <a:latin typeface="DejaVu Sans"/>
                <a:ea typeface="DejaVu Sans"/>
                <a:cs typeface="DejaVu Sans"/>
              </a:defRPr>
            </a:pPr>
            <a:r>
              <a:rPr sz="2850" b="1">
                <a:solidFill>
                  <a:srgbClr val="7DE2BA"/>
                </a:solidFill>
                <a:latin typeface="DejaVu Sans"/>
                <a:ea typeface="DejaVu Sans"/>
                <a:cs typeface="DejaVu Sans"/>
              </a:rPr>
              <a:t>01</a:t>
            </a:r>
          </a:p>
        </p:txBody>
      </p:sp>
      <p:sp>
        <p:nvSpPr>
          <p:cNvPr id="7" name="text-6">
            <a:extLst xmlns:a="http://schemas.openxmlformats.org/drawingml/2006/main">
              <a:ext uri="{FF2B5EF4-FFF2-40B4-BE49-F238E27FC236}">
                <a16:creationId xmlns:a16="http://schemas.microsoft.com/office/drawing/2014/main" id="{67063955-B938-4E94-9A48-D3ACFE7B6709}"/>
              </a:ext>
            </a:extLst>
          </p:cNvPr>
          <p:cNvSpPr>
            <a:spLocks xmlns:a="http://schemas.openxmlformats.org/drawingml/2006/main" noGrp="1"/>
          </p:cNvSpPr>
          <p:nvPr/>
        </p:nvSpPr>
        <p:spPr>
          <a:xfrm xmlns:a="http://schemas.openxmlformats.org/drawingml/2006/main">
            <a:off x="8210550" y="20955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Data buku</a:t>
            </a:r>
          </a:p>
        </p:txBody>
      </p:sp>
      <p:sp>
        <p:nvSpPr>
          <p:cNvPr id="8" name="text-7">
            <a:extLst xmlns:a="http://schemas.openxmlformats.org/drawingml/2006/main">
              <a:ext uri="{FF2B5EF4-FFF2-40B4-BE49-F238E27FC236}">
                <a16:creationId xmlns:a16="http://schemas.microsoft.com/office/drawing/2014/main" id="{DD71085C-50E6-410B-8C91-C2CBADD2204D}"/>
              </a:ext>
            </a:extLst>
          </p:cNvPr>
          <p:cNvSpPr>
            <a:spLocks xmlns:a="http://schemas.openxmlformats.org/drawingml/2006/main" noGrp="1"/>
          </p:cNvSpPr>
          <p:nvPr/>
        </p:nvSpPr>
        <p:spPr>
          <a:xfrm xmlns:a="http://schemas.openxmlformats.org/drawingml/2006/main">
            <a:off x="8210550" y="2486025"/>
            <a:ext cx="3362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DCDD3"/>
                </a:solidFill>
                <a:latin typeface="DejaVu Sans"/>
                <a:ea typeface="DejaVu Sans"/>
                <a:cs typeface="DejaVu Sans"/>
              </a:defRPr>
            </a:defPPr>
            <a:lvl1pPr>
              <a:defRPr sz="1725" b="0">
                <a:solidFill>
                  <a:srgbClr val="BDCDD3"/>
                </a:solidFill>
                <a:latin typeface="DejaVu Sans"/>
                <a:ea typeface="DejaVu Sans"/>
                <a:cs typeface="DejaVu Sans"/>
              </a:defRPr>
            </a:lvl1pPr>
            <a:lvl2pPr>
              <a:defRPr sz="1725" b="0">
                <a:solidFill>
                  <a:srgbClr val="BDCDD3"/>
                </a:solidFill>
                <a:latin typeface="DejaVu Sans"/>
                <a:ea typeface="DejaVu Sans"/>
                <a:cs typeface="DejaVu Sans"/>
              </a:defRPr>
            </a:lvl2pPr>
            <a:lvl3pPr>
              <a:defRPr sz="1725" b="0">
                <a:solidFill>
                  <a:srgbClr val="BDCDD3"/>
                </a:solidFill>
                <a:latin typeface="DejaVu Sans"/>
                <a:ea typeface="DejaVu Sans"/>
                <a:cs typeface="DejaVu Sans"/>
              </a:defRPr>
            </a:lvl3pPr>
            <a:lvl4pPr>
              <a:defRPr sz="1725" b="0">
                <a:solidFill>
                  <a:srgbClr val="BDCDD3"/>
                </a:solidFill>
                <a:latin typeface="DejaVu Sans"/>
                <a:ea typeface="DejaVu Sans"/>
                <a:cs typeface="DejaVu Sans"/>
              </a:defRPr>
            </a:lvl4pPr>
            <a:lvl5pPr>
              <a:defRPr sz="1725" b="0">
                <a:solidFill>
                  <a:srgbClr val="BDCDD3"/>
                </a:solidFill>
                <a:latin typeface="DejaVu Sans"/>
                <a:ea typeface="DejaVu Sans"/>
                <a:cs typeface="DejaVu Sans"/>
              </a:defRPr>
            </a:lvl5pPr>
            <a:lvl6pPr>
              <a:defRPr sz="1725" b="0">
                <a:solidFill>
                  <a:srgbClr val="BDCDD3"/>
                </a:solidFill>
                <a:latin typeface="DejaVu Sans"/>
                <a:ea typeface="DejaVu Sans"/>
                <a:cs typeface="DejaVu Sans"/>
              </a:defRPr>
            </a:lvl6pPr>
            <a:lvl7pPr>
              <a:defRPr sz="1725" b="0">
                <a:solidFill>
                  <a:srgbClr val="BDCDD3"/>
                </a:solidFill>
                <a:latin typeface="DejaVu Sans"/>
                <a:ea typeface="DejaVu Sans"/>
                <a:cs typeface="DejaVu Sans"/>
              </a:defRPr>
            </a:lvl7pPr>
            <a:lvl8pPr>
              <a:defRPr sz="1725" b="0">
                <a:solidFill>
                  <a:srgbClr val="BDCDD3"/>
                </a:solidFill>
                <a:latin typeface="DejaVu Sans"/>
                <a:ea typeface="DejaVu Sans"/>
                <a:cs typeface="DejaVu Sans"/>
              </a:defRPr>
            </a:lvl8pPr>
            <a:lvl9pPr>
              <a:defRPr sz="1725" b="0">
                <a:solidFill>
                  <a:srgbClr val="BDCDD3"/>
                </a:solidFill>
                <a:latin typeface="DejaVu Sans"/>
                <a:ea typeface="DejaVu Sans"/>
                <a:cs typeface="DejaVu Sans"/>
              </a:defRPr>
            </a:lvl9pPr>
          </a:lstStyle>
          <a:p xmlns:a="http://schemas.openxmlformats.org/drawingml/2006/main">
            <a:pPr>
              <a:defRPr sz="1725" b="0">
                <a:solidFill>
                  <a:srgbClr val="BDCDD3"/>
                </a:solidFill>
                <a:latin typeface="DejaVu Sans"/>
                <a:ea typeface="DejaVu Sans"/>
                <a:cs typeface="DejaVu Sans"/>
              </a:defRPr>
            </a:pPr>
            <a:r>
              <a:rPr sz="1725" b="0">
                <a:solidFill>
                  <a:srgbClr val="BDCDD3"/>
                </a:solidFill>
                <a:latin typeface="DejaVu Sans"/>
                <a:ea typeface="DejaVu Sans"/>
                <a:cs typeface="DejaVu Sans"/>
              </a:rPr>
              <a:t>Judul, penulis, deskripsi, dan URL foto.</a:t>
            </a:r>
          </a:p>
        </p:txBody>
      </p:sp>
      <p:sp>
        <p:nvSpPr>
          <p:cNvPr id="9" name="text-8">
            <a:extLst xmlns:a="http://schemas.openxmlformats.org/drawingml/2006/main">
              <a:ext uri="{FF2B5EF4-FFF2-40B4-BE49-F238E27FC236}">
                <a16:creationId xmlns:a16="http://schemas.microsoft.com/office/drawing/2014/main" id="{7E57C69A-079C-4158-A3D4-B759B4C817CC}"/>
              </a:ext>
            </a:extLst>
          </p:cNvPr>
          <p:cNvSpPr>
            <a:spLocks xmlns:a="http://schemas.openxmlformats.org/drawingml/2006/main" noGrp="1"/>
          </p:cNvSpPr>
          <p:nvPr/>
        </p:nvSpPr>
        <p:spPr>
          <a:xfrm xmlns:a="http://schemas.openxmlformats.org/drawingml/2006/main">
            <a:off x="7353300" y="335280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7DE2BA"/>
                </a:solidFill>
                <a:latin typeface="DejaVu Sans"/>
                <a:ea typeface="DejaVu Sans"/>
                <a:cs typeface="DejaVu Sans"/>
              </a:defRPr>
            </a:defPPr>
            <a:lvl1pPr>
              <a:defRPr sz="2850" b="1">
                <a:solidFill>
                  <a:srgbClr val="7DE2BA"/>
                </a:solidFill>
                <a:latin typeface="DejaVu Sans"/>
                <a:ea typeface="DejaVu Sans"/>
                <a:cs typeface="DejaVu Sans"/>
              </a:defRPr>
            </a:lvl1pPr>
            <a:lvl2pPr>
              <a:defRPr sz="2850" b="1">
                <a:solidFill>
                  <a:srgbClr val="7DE2BA"/>
                </a:solidFill>
                <a:latin typeface="DejaVu Sans"/>
                <a:ea typeface="DejaVu Sans"/>
                <a:cs typeface="DejaVu Sans"/>
              </a:defRPr>
            </a:lvl2pPr>
            <a:lvl3pPr>
              <a:defRPr sz="2850" b="1">
                <a:solidFill>
                  <a:srgbClr val="7DE2BA"/>
                </a:solidFill>
                <a:latin typeface="DejaVu Sans"/>
                <a:ea typeface="DejaVu Sans"/>
                <a:cs typeface="DejaVu Sans"/>
              </a:defRPr>
            </a:lvl3pPr>
            <a:lvl4pPr>
              <a:defRPr sz="2850" b="1">
                <a:solidFill>
                  <a:srgbClr val="7DE2BA"/>
                </a:solidFill>
                <a:latin typeface="DejaVu Sans"/>
                <a:ea typeface="DejaVu Sans"/>
                <a:cs typeface="DejaVu Sans"/>
              </a:defRPr>
            </a:lvl4pPr>
            <a:lvl5pPr>
              <a:defRPr sz="2850" b="1">
                <a:solidFill>
                  <a:srgbClr val="7DE2BA"/>
                </a:solidFill>
                <a:latin typeface="DejaVu Sans"/>
                <a:ea typeface="DejaVu Sans"/>
                <a:cs typeface="DejaVu Sans"/>
              </a:defRPr>
            </a:lvl5pPr>
            <a:lvl6pPr>
              <a:defRPr sz="2850" b="1">
                <a:solidFill>
                  <a:srgbClr val="7DE2BA"/>
                </a:solidFill>
                <a:latin typeface="DejaVu Sans"/>
                <a:ea typeface="DejaVu Sans"/>
                <a:cs typeface="DejaVu Sans"/>
              </a:defRPr>
            </a:lvl6pPr>
            <a:lvl7pPr>
              <a:defRPr sz="2850" b="1">
                <a:solidFill>
                  <a:srgbClr val="7DE2BA"/>
                </a:solidFill>
                <a:latin typeface="DejaVu Sans"/>
                <a:ea typeface="DejaVu Sans"/>
                <a:cs typeface="DejaVu Sans"/>
              </a:defRPr>
            </a:lvl7pPr>
            <a:lvl8pPr>
              <a:defRPr sz="2850" b="1">
                <a:solidFill>
                  <a:srgbClr val="7DE2BA"/>
                </a:solidFill>
                <a:latin typeface="DejaVu Sans"/>
                <a:ea typeface="DejaVu Sans"/>
                <a:cs typeface="DejaVu Sans"/>
              </a:defRPr>
            </a:lvl8pPr>
            <a:lvl9pPr>
              <a:defRPr sz="2850" b="1">
                <a:solidFill>
                  <a:srgbClr val="7DE2BA"/>
                </a:solidFill>
                <a:latin typeface="DejaVu Sans"/>
                <a:ea typeface="DejaVu Sans"/>
                <a:cs typeface="DejaVu Sans"/>
              </a:defRPr>
            </a:lvl9pPr>
          </a:lstStyle>
          <a:p xmlns:a="http://schemas.openxmlformats.org/drawingml/2006/main">
            <a:pPr>
              <a:defRPr sz="2850" b="1">
                <a:solidFill>
                  <a:srgbClr val="7DE2BA"/>
                </a:solidFill>
                <a:latin typeface="DejaVu Sans"/>
                <a:ea typeface="DejaVu Sans"/>
                <a:cs typeface="DejaVu Sans"/>
              </a:defRPr>
            </a:pPr>
            <a:r>
              <a:rPr sz="2850" b="1">
                <a:solidFill>
                  <a:srgbClr val="7DE2BA"/>
                </a:solidFill>
                <a:latin typeface="DejaVu Sans"/>
                <a:ea typeface="DejaVu Sans"/>
                <a:cs typeface="DejaVu Sans"/>
              </a:rPr>
              <a:t>02</a:t>
            </a:r>
          </a:p>
        </p:txBody>
      </p:sp>
      <p:sp>
        <p:nvSpPr>
          <p:cNvPr id="10" name="text-9">
            <a:extLst xmlns:a="http://schemas.openxmlformats.org/drawingml/2006/main">
              <a:ext uri="{FF2B5EF4-FFF2-40B4-BE49-F238E27FC236}">
                <a16:creationId xmlns:a16="http://schemas.microsoft.com/office/drawing/2014/main" id="{D574E4BB-9465-49E4-B16A-B6960D090823}"/>
              </a:ext>
            </a:extLst>
          </p:cNvPr>
          <p:cNvSpPr>
            <a:spLocks xmlns:a="http://schemas.openxmlformats.org/drawingml/2006/main" noGrp="1"/>
          </p:cNvSpPr>
          <p:nvPr/>
        </p:nvSpPr>
        <p:spPr>
          <a:xfrm xmlns:a="http://schemas.openxmlformats.org/drawingml/2006/main">
            <a:off x="8210550" y="33528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Binding item</a:t>
            </a:r>
          </a:p>
        </p:txBody>
      </p:sp>
      <p:sp>
        <p:nvSpPr>
          <p:cNvPr id="11" name="text-10">
            <a:extLst xmlns:a="http://schemas.openxmlformats.org/drawingml/2006/main">
              <a:ext uri="{FF2B5EF4-FFF2-40B4-BE49-F238E27FC236}">
                <a16:creationId xmlns:a16="http://schemas.microsoft.com/office/drawing/2014/main" id="{1AC66712-AAEE-4808-8A23-A4662E023CCD}"/>
              </a:ext>
            </a:extLst>
          </p:cNvPr>
          <p:cNvSpPr>
            <a:spLocks xmlns:a="http://schemas.openxmlformats.org/drawingml/2006/main" noGrp="1"/>
          </p:cNvSpPr>
          <p:nvPr/>
        </p:nvSpPr>
        <p:spPr>
          <a:xfrm xmlns:a="http://schemas.openxmlformats.org/drawingml/2006/main">
            <a:off x="8210550" y="3743325"/>
            <a:ext cx="3362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DCDD3"/>
                </a:solidFill>
                <a:latin typeface="DejaVu Sans"/>
                <a:ea typeface="DejaVu Sans"/>
                <a:cs typeface="DejaVu Sans"/>
              </a:defRPr>
            </a:defPPr>
            <a:lvl1pPr>
              <a:defRPr sz="1725" b="0">
                <a:solidFill>
                  <a:srgbClr val="BDCDD3"/>
                </a:solidFill>
                <a:latin typeface="DejaVu Sans"/>
                <a:ea typeface="DejaVu Sans"/>
                <a:cs typeface="DejaVu Sans"/>
              </a:defRPr>
            </a:lvl1pPr>
            <a:lvl2pPr>
              <a:defRPr sz="1725" b="0">
                <a:solidFill>
                  <a:srgbClr val="BDCDD3"/>
                </a:solidFill>
                <a:latin typeface="DejaVu Sans"/>
                <a:ea typeface="DejaVu Sans"/>
                <a:cs typeface="DejaVu Sans"/>
              </a:defRPr>
            </a:lvl2pPr>
            <a:lvl3pPr>
              <a:defRPr sz="1725" b="0">
                <a:solidFill>
                  <a:srgbClr val="BDCDD3"/>
                </a:solidFill>
                <a:latin typeface="DejaVu Sans"/>
                <a:ea typeface="DejaVu Sans"/>
                <a:cs typeface="DejaVu Sans"/>
              </a:defRPr>
            </a:lvl3pPr>
            <a:lvl4pPr>
              <a:defRPr sz="1725" b="0">
                <a:solidFill>
                  <a:srgbClr val="BDCDD3"/>
                </a:solidFill>
                <a:latin typeface="DejaVu Sans"/>
                <a:ea typeface="DejaVu Sans"/>
                <a:cs typeface="DejaVu Sans"/>
              </a:defRPr>
            </a:lvl4pPr>
            <a:lvl5pPr>
              <a:defRPr sz="1725" b="0">
                <a:solidFill>
                  <a:srgbClr val="BDCDD3"/>
                </a:solidFill>
                <a:latin typeface="DejaVu Sans"/>
                <a:ea typeface="DejaVu Sans"/>
                <a:cs typeface="DejaVu Sans"/>
              </a:defRPr>
            </a:lvl5pPr>
            <a:lvl6pPr>
              <a:defRPr sz="1725" b="0">
                <a:solidFill>
                  <a:srgbClr val="BDCDD3"/>
                </a:solidFill>
                <a:latin typeface="DejaVu Sans"/>
                <a:ea typeface="DejaVu Sans"/>
                <a:cs typeface="DejaVu Sans"/>
              </a:defRPr>
            </a:lvl6pPr>
            <a:lvl7pPr>
              <a:defRPr sz="1725" b="0">
                <a:solidFill>
                  <a:srgbClr val="BDCDD3"/>
                </a:solidFill>
                <a:latin typeface="DejaVu Sans"/>
                <a:ea typeface="DejaVu Sans"/>
                <a:cs typeface="DejaVu Sans"/>
              </a:defRPr>
            </a:lvl7pPr>
            <a:lvl8pPr>
              <a:defRPr sz="1725" b="0">
                <a:solidFill>
                  <a:srgbClr val="BDCDD3"/>
                </a:solidFill>
                <a:latin typeface="DejaVu Sans"/>
                <a:ea typeface="DejaVu Sans"/>
                <a:cs typeface="DejaVu Sans"/>
              </a:defRPr>
            </a:lvl8pPr>
            <a:lvl9pPr>
              <a:defRPr sz="1725" b="0">
                <a:solidFill>
                  <a:srgbClr val="BDCDD3"/>
                </a:solidFill>
                <a:latin typeface="DejaVu Sans"/>
                <a:ea typeface="DejaVu Sans"/>
                <a:cs typeface="DejaVu Sans"/>
              </a:defRPr>
            </a:lvl9pPr>
          </a:lstStyle>
          <a:p xmlns:a="http://schemas.openxmlformats.org/drawingml/2006/main">
            <a:pPr>
              <a:defRPr sz="1725" b="0">
                <a:solidFill>
                  <a:srgbClr val="BDCDD3"/>
                </a:solidFill>
                <a:latin typeface="DejaVu Sans"/>
                <a:ea typeface="DejaVu Sans"/>
                <a:cs typeface="DejaVu Sans"/>
              </a:defRPr>
            </a:pPr>
            <a:r>
              <a:rPr sz="1725" b="0">
                <a:solidFill>
                  <a:srgbClr val="BDCDD3"/>
                </a:solidFill>
                <a:latin typeface="DejaVu Sans"/>
                <a:ea typeface="DejaVu Sans"/>
                <a:cs typeface="DejaVu Sans"/>
              </a:rPr>
              <a:t>Adapter mengisi TextView dan ImageView.</a:t>
            </a:r>
          </a:p>
        </p:txBody>
      </p:sp>
      <p:sp>
        <p:nvSpPr>
          <p:cNvPr id="12" name="text-11">
            <a:extLst xmlns:a="http://schemas.openxmlformats.org/drawingml/2006/main">
              <a:ext uri="{FF2B5EF4-FFF2-40B4-BE49-F238E27FC236}">
                <a16:creationId xmlns:a16="http://schemas.microsoft.com/office/drawing/2014/main" id="{CF30F7E1-CB9B-4C5B-911F-5FC7D522BD1B}"/>
              </a:ext>
            </a:extLst>
          </p:cNvPr>
          <p:cNvSpPr>
            <a:spLocks xmlns:a="http://schemas.openxmlformats.org/drawingml/2006/main" noGrp="1"/>
          </p:cNvSpPr>
          <p:nvPr/>
        </p:nvSpPr>
        <p:spPr>
          <a:xfrm xmlns:a="http://schemas.openxmlformats.org/drawingml/2006/main">
            <a:off x="7353300" y="461010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7DE2BA"/>
                </a:solidFill>
                <a:latin typeface="DejaVu Sans"/>
                <a:ea typeface="DejaVu Sans"/>
                <a:cs typeface="DejaVu Sans"/>
              </a:defRPr>
            </a:defPPr>
            <a:lvl1pPr>
              <a:defRPr sz="2850" b="1">
                <a:solidFill>
                  <a:srgbClr val="7DE2BA"/>
                </a:solidFill>
                <a:latin typeface="DejaVu Sans"/>
                <a:ea typeface="DejaVu Sans"/>
                <a:cs typeface="DejaVu Sans"/>
              </a:defRPr>
            </a:lvl1pPr>
            <a:lvl2pPr>
              <a:defRPr sz="2850" b="1">
                <a:solidFill>
                  <a:srgbClr val="7DE2BA"/>
                </a:solidFill>
                <a:latin typeface="DejaVu Sans"/>
                <a:ea typeface="DejaVu Sans"/>
                <a:cs typeface="DejaVu Sans"/>
              </a:defRPr>
            </a:lvl2pPr>
            <a:lvl3pPr>
              <a:defRPr sz="2850" b="1">
                <a:solidFill>
                  <a:srgbClr val="7DE2BA"/>
                </a:solidFill>
                <a:latin typeface="DejaVu Sans"/>
                <a:ea typeface="DejaVu Sans"/>
                <a:cs typeface="DejaVu Sans"/>
              </a:defRPr>
            </a:lvl3pPr>
            <a:lvl4pPr>
              <a:defRPr sz="2850" b="1">
                <a:solidFill>
                  <a:srgbClr val="7DE2BA"/>
                </a:solidFill>
                <a:latin typeface="DejaVu Sans"/>
                <a:ea typeface="DejaVu Sans"/>
                <a:cs typeface="DejaVu Sans"/>
              </a:defRPr>
            </a:lvl4pPr>
            <a:lvl5pPr>
              <a:defRPr sz="2850" b="1">
                <a:solidFill>
                  <a:srgbClr val="7DE2BA"/>
                </a:solidFill>
                <a:latin typeface="DejaVu Sans"/>
                <a:ea typeface="DejaVu Sans"/>
                <a:cs typeface="DejaVu Sans"/>
              </a:defRPr>
            </a:lvl5pPr>
            <a:lvl6pPr>
              <a:defRPr sz="2850" b="1">
                <a:solidFill>
                  <a:srgbClr val="7DE2BA"/>
                </a:solidFill>
                <a:latin typeface="DejaVu Sans"/>
                <a:ea typeface="DejaVu Sans"/>
                <a:cs typeface="DejaVu Sans"/>
              </a:defRPr>
            </a:lvl6pPr>
            <a:lvl7pPr>
              <a:defRPr sz="2850" b="1">
                <a:solidFill>
                  <a:srgbClr val="7DE2BA"/>
                </a:solidFill>
                <a:latin typeface="DejaVu Sans"/>
                <a:ea typeface="DejaVu Sans"/>
                <a:cs typeface="DejaVu Sans"/>
              </a:defRPr>
            </a:lvl7pPr>
            <a:lvl8pPr>
              <a:defRPr sz="2850" b="1">
                <a:solidFill>
                  <a:srgbClr val="7DE2BA"/>
                </a:solidFill>
                <a:latin typeface="DejaVu Sans"/>
                <a:ea typeface="DejaVu Sans"/>
                <a:cs typeface="DejaVu Sans"/>
              </a:defRPr>
            </a:lvl8pPr>
            <a:lvl9pPr>
              <a:defRPr sz="2850" b="1">
                <a:solidFill>
                  <a:srgbClr val="7DE2BA"/>
                </a:solidFill>
                <a:latin typeface="DejaVu Sans"/>
                <a:ea typeface="DejaVu Sans"/>
                <a:cs typeface="DejaVu Sans"/>
              </a:defRPr>
            </a:lvl9pPr>
          </a:lstStyle>
          <a:p xmlns:a="http://schemas.openxmlformats.org/drawingml/2006/main">
            <a:pPr>
              <a:defRPr sz="2850" b="1">
                <a:solidFill>
                  <a:srgbClr val="7DE2BA"/>
                </a:solidFill>
                <a:latin typeface="DejaVu Sans"/>
                <a:ea typeface="DejaVu Sans"/>
                <a:cs typeface="DejaVu Sans"/>
              </a:defRPr>
            </a:pPr>
            <a:r>
              <a:rPr sz="2850" b="1">
                <a:solidFill>
                  <a:srgbClr val="7DE2BA"/>
                </a:solidFill>
                <a:latin typeface="DejaVu Sans"/>
                <a:ea typeface="DejaVu Sans"/>
                <a:cs typeface="DejaVu Sans"/>
              </a:rPr>
              <a:t>03</a:t>
            </a:r>
          </a:p>
        </p:txBody>
      </p:sp>
      <p:sp>
        <p:nvSpPr>
          <p:cNvPr id="13" name="text-12">
            <a:extLst xmlns:a="http://schemas.openxmlformats.org/drawingml/2006/main">
              <a:ext uri="{FF2B5EF4-FFF2-40B4-BE49-F238E27FC236}">
                <a16:creationId xmlns:a16="http://schemas.microsoft.com/office/drawing/2014/main" id="{410BE827-0E8E-4B4E-A382-BAB0B6D6057A}"/>
              </a:ext>
            </a:extLst>
          </p:cNvPr>
          <p:cNvSpPr>
            <a:spLocks xmlns:a="http://schemas.openxmlformats.org/drawingml/2006/main" noGrp="1"/>
          </p:cNvSpPr>
          <p:nvPr/>
        </p:nvSpPr>
        <p:spPr>
          <a:xfrm xmlns:a="http://schemas.openxmlformats.org/drawingml/2006/main">
            <a:off x="8210550" y="4610100"/>
            <a:ext cx="33623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FFFFFF"/>
                </a:solidFill>
                <a:latin typeface="DejaVu Sans"/>
                <a:ea typeface="DejaVu Sans"/>
                <a:cs typeface="DejaVu Sans"/>
              </a:defRPr>
            </a:defPPr>
            <a:lvl1pPr>
              <a:defRPr sz="2025" b="1">
                <a:solidFill>
                  <a:srgbClr val="FFFFFF"/>
                </a:solidFill>
                <a:latin typeface="DejaVu Sans"/>
                <a:ea typeface="DejaVu Sans"/>
                <a:cs typeface="DejaVu Sans"/>
              </a:defRPr>
            </a:lvl1pPr>
            <a:lvl2pPr>
              <a:defRPr sz="2025" b="1">
                <a:solidFill>
                  <a:srgbClr val="FFFFFF"/>
                </a:solidFill>
                <a:latin typeface="DejaVu Sans"/>
                <a:ea typeface="DejaVu Sans"/>
                <a:cs typeface="DejaVu Sans"/>
              </a:defRPr>
            </a:lvl2pPr>
            <a:lvl3pPr>
              <a:defRPr sz="2025" b="1">
                <a:solidFill>
                  <a:srgbClr val="FFFFFF"/>
                </a:solidFill>
                <a:latin typeface="DejaVu Sans"/>
                <a:ea typeface="DejaVu Sans"/>
                <a:cs typeface="DejaVu Sans"/>
              </a:defRPr>
            </a:lvl3pPr>
            <a:lvl4pPr>
              <a:defRPr sz="2025" b="1">
                <a:solidFill>
                  <a:srgbClr val="FFFFFF"/>
                </a:solidFill>
                <a:latin typeface="DejaVu Sans"/>
                <a:ea typeface="DejaVu Sans"/>
                <a:cs typeface="DejaVu Sans"/>
              </a:defRPr>
            </a:lvl4pPr>
            <a:lvl5pPr>
              <a:defRPr sz="2025" b="1">
                <a:solidFill>
                  <a:srgbClr val="FFFFFF"/>
                </a:solidFill>
                <a:latin typeface="DejaVu Sans"/>
                <a:ea typeface="DejaVu Sans"/>
                <a:cs typeface="DejaVu Sans"/>
              </a:defRPr>
            </a:lvl5pPr>
            <a:lvl6pPr>
              <a:defRPr sz="2025" b="1">
                <a:solidFill>
                  <a:srgbClr val="FFFFFF"/>
                </a:solidFill>
                <a:latin typeface="DejaVu Sans"/>
                <a:ea typeface="DejaVu Sans"/>
                <a:cs typeface="DejaVu Sans"/>
              </a:defRPr>
            </a:lvl6pPr>
            <a:lvl7pPr>
              <a:defRPr sz="2025" b="1">
                <a:solidFill>
                  <a:srgbClr val="FFFFFF"/>
                </a:solidFill>
                <a:latin typeface="DejaVu Sans"/>
                <a:ea typeface="DejaVu Sans"/>
                <a:cs typeface="DejaVu Sans"/>
              </a:defRPr>
            </a:lvl7pPr>
            <a:lvl8pPr>
              <a:defRPr sz="2025" b="1">
                <a:solidFill>
                  <a:srgbClr val="FFFFFF"/>
                </a:solidFill>
                <a:latin typeface="DejaVu Sans"/>
                <a:ea typeface="DejaVu Sans"/>
                <a:cs typeface="DejaVu Sans"/>
              </a:defRPr>
            </a:lvl8pPr>
            <a:lvl9pPr>
              <a:defRPr sz="2025" b="1">
                <a:solidFill>
                  <a:srgbClr val="FFFFFF"/>
                </a:solidFill>
                <a:latin typeface="DejaVu Sans"/>
                <a:ea typeface="DejaVu Sans"/>
                <a:cs typeface="DejaVu Sans"/>
              </a:defRPr>
            </a:lvl9pPr>
          </a:lstStyle>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Respons klik</a:t>
            </a:r>
          </a:p>
        </p:txBody>
      </p:sp>
      <p:sp>
        <p:nvSpPr>
          <p:cNvPr id="14" name="text-13">
            <a:extLst xmlns:a="http://schemas.openxmlformats.org/drawingml/2006/main">
              <a:ext uri="{FF2B5EF4-FFF2-40B4-BE49-F238E27FC236}">
                <a16:creationId xmlns:a16="http://schemas.microsoft.com/office/drawing/2014/main" id="{514D3632-B1EE-48D4-8C66-3A471A7E6F04}"/>
              </a:ext>
            </a:extLst>
          </p:cNvPr>
          <p:cNvSpPr>
            <a:spLocks xmlns:a="http://schemas.openxmlformats.org/drawingml/2006/main" noGrp="1"/>
          </p:cNvSpPr>
          <p:nvPr/>
        </p:nvSpPr>
        <p:spPr>
          <a:xfrm xmlns:a="http://schemas.openxmlformats.org/drawingml/2006/main">
            <a:off x="8210550" y="5000625"/>
            <a:ext cx="33623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BDCDD3"/>
                </a:solidFill>
                <a:latin typeface="DejaVu Sans"/>
                <a:ea typeface="DejaVu Sans"/>
                <a:cs typeface="DejaVu Sans"/>
              </a:defRPr>
            </a:defPPr>
            <a:lvl1pPr>
              <a:defRPr sz="1725" b="0">
                <a:solidFill>
                  <a:srgbClr val="BDCDD3"/>
                </a:solidFill>
                <a:latin typeface="DejaVu Sans"/>
                <a:ea typeface="DejaVu Sans"/>
                <a:cs typeface="DejaVu Sans"/>
              </a:defRPr>
            </a:lvl1pPr>
            <a:lvl2pPr>
              <a:defRPr sz="1725" b="0">
                <a:solidFill>
                  <a:srgbClr val="BDCDD3"/>
                </a:solidFill>
                <a:latin typeface="DejaVu Sans"/>
                <a:ea typeface="DejaVu Sans"/>
                <a:cs typeface="DejaVu Sans"/>
              </a:defRPr>
            </a:lvl2pPr>
            <a:lvl3pPr>
              <a:defRPr sz="1725" b="0">
                <a:solidFill>
                  <a:srgbClr val="BDCDD3"/>
                </a:solidFill>
                <a:latin typeface="DejaVu Sans"/>
                <a:ea typeface="DejaVu Sans"/>
                <a:cs typeface="DejaVu Sans"/>
              </a:defRPr>
            </a:lvl3pPr>
            <a:lvl4pPr>
              <a:defRPr sz="1725" b="0">
                <a:solidFill>
                  <a:srgbClr val="BDCDD3"/>
                </a:solidFill>
                <a:latin typeface="DejaVu Sans"/>
                <a:ea typeface="DejaVu Sans"/>
                <a:cs typeface="DejaVu Sans"/>
              </a:defRPr>
            </a:lvl4pPr>
            <a:lvl5pPr>
              <a:defRPr sz="1725" b="0">
                <a:solidFill>
                  <a:srgbClr val="BDCDD3"/>
                </a:solidFill>
                <a:latin typeface="DejaVu Sans"/>
                <a:ea typeface="DejaVu Sans"/>
                <a:cs typeface="DejaVu Sans"/>
              </a:defRPr>
            </a:lvl5pPr>
            <a:lvl6pPr>
              <a:defRPr sz="1725" b="0">
                <a:solidFill>
                  <a:srgbClr val="BDCDD3"/>
                </a:solidFill>
                <a:latin typeface="DejaVu Sans"/>
                <a:ea typeface="DejaVu Sans"/>
                <a:cs typeface="DejaVu Sans"/>
              </a:defRPr>
            </a:lvl6pPr>
            <a:lvl7pPr>
              <a:defRPr sz="1725" b="0">
                <a:solidFill>
                  <a:srgbClr val="BDCDD3"/>
                </a:solidFill>
                <a:latin typeface="DejaVu Sans"/>
                <a:ea typeface="DejaVu Sans"/>
                <a:cs typeface="DejaVu Sans"/>
              </a:defRPr>
            </a:lvl7pPr>
            <a:lvl8pPr>
              <a:defRPr sz="1725" b="0">
                <a:solidFill>
                  <a:srgbClr val="BDCDD3"/>
                </a:solidFill>
                <a:latin typeface="DejaVu Sans"/>
                <a:ea typeface="DejaVu Sans"/>
                <a:cs typeface="DejaVu Sans"/>
              </a:defRPr>
            </a:lvl8pPr>
            <a:lvl9pPr>
              <a:defRPr sz="1725" b="0">
                <a:solidFill>
                  <a:srgbClr val="BDCDD3"/>
                </a:solidFill>
                <a:latin typeface="DejaVu Sans"/>
                <a:ea typeface="DejaVu Sans"/>
                <a:cs typeface="DejaVu Sans"/>
              </a:defRPr>
            </a:lvl9pPr>
          </a:lstStyle>
          <a:p xmlns:a="http://schemas.openxmlformats.org/drawingml/2006/main">
            <a:pPr>
              <a:defRPr sz="1725" b="0">
                <a:solidFill>
                  <a:srgbClr val="BDCDD3"/>
                </a:solidFill>
                <a:latin typeface="DejaVu Sans"/>
                <a:ea typeface="DejaVu Sans"/>
                <a:cs typeface="DejaVu Sans"/>
              </a:defRPr>
            </a:pPr>
            <a:r>
              <a:rPr sz="1725" b="0">
                <a:solidFill>
                  <a:srgbClr val="BDCDD3"/>
                </a:solidFill>
                <a:latin typeface="DejaVu Sans"/>
                <a:ea typeface="DejaVu Sans"/>
                <a:cs typeface="DejaVu Sans"/>
              </a:rPr>
              <a:t>Callback memilih buku dan menampilkan Toast.</a:t>
            </a:r>
          </a:p>
        </p:txBody>
      </p:sp>
      <p:sp>
        <p:nvSpPr>
          <p:cNvPr id="15" name="text-14">
            <a:extLst xmlns:a="http://schemas.openxmlformats.org/drawingml/2006/main">
              <a:ext uri="{FF2B5EF4-FFF2-40B4-BE49-F238E27FC236}">
                <a16:creationId xmlns:a16="http://schemas.microsoft.com/office/drawing/2014/main" id="{3E4C9FBE-6E76-4A1C-9FE4-CEBB03792EAF}"/>
              </a:ext>
            </a:extLst>
          </p:cNvPr>
          <p:cNvSpPr>
            <a:spLocks xmlns:a="http://schemas.openxmlformats.org/drawingml/2006/main" noGrp="1"/>
          </p:cNvSpPr>
          <p:nvPr/>
        </p:nvSpPr>
        <p:spPr>
          <a:xfrm xmlns:a="http://schemas.openxmlformats.org/drawingml/2006/main">
            <a:off x="609600" y="5419725"/>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DCDD3"/>
                </a:solidFill>
                <a:latin typeface="DejaVu Sans"/>
                <a:ea typeface="DejaVu Sans"/>
                <a:cs typeface="DejaVu Sans"/>
              </a:defRPr>
            </a:defPPr>
            <a:lvl1pPr>
              <a:defRPr sz="1800" b="0">
                <a:solidFill>
                  <a:srgbClr val="BDCDD3"/>
                </a:solidFill>
                <a:latin typeface="DejaVu Sans"/>
                <a:ea typeface="DejaVu Sans"/>
                <a:cs typeface="DejaVu Sans"/>
              </a:defRPr>
            </a:lvl1pPr>
            <a:lvl2pPr>
              <a:defRPr sz="1800" b="0">
                <a:solidFill>
                  <a:srgbClr val="BDCDD3"/>
                </a:solidFill>
                <a:latin typeface="DejaVu Sans"/>
                <a:ea typeface="DejaVu Sans"/>
                <a:cs typeface="DejaVu Sans"/>
              </a:defRPr>
            </a:lvl2pPr>
            <a:lvl3pPr>
              <a:defRPr sz="1800" b="0">
                <a:solidFill>
                  <a:srgbClr val="BDCDD3"/>
                </a:solidFill>
                <a:latin typeface="DejaVu Sans"/>
                <a:ea typeface="DejaVu Sans"/>
                <a:cs typeface="DejaVu Sans"/>
              </a:defRPr>
            </a:lvl3pPr>
            <a:lvl4pPr>
              <a:defRPr sz="1800" b="0">
                <a:solidFill>
                  <a:srgbClr val="BDCDD3"/>
                </a:solidFill>
                <a:latin typeface="DejaVu Sans"/>
                <a:ea typeface="DejaVu Sans"/>
                <a:cs typeface="DejaVu Sans"/>
              </a:defRPr>
            </a:lvl4pPr>
            <a:lvl5pPr>
              <a:defRPr sz="1800" b="0">
                <a:solidFill>
                  <a:srgbClr val="BDCDD3"/>
                </a:solidFill>
                <a:latin typeface="DejaVu Sans"/>
                <a:ea typeface="DejaVu Sans"/>
                <a:cs typeface="DejaVu Sans"/>
              </a:defRPr>
            </a:lvl5pPr>
            <a:lvl6pPr>
              <a:defRPr sz="1800" b="0">
                <a:solidFill>
                  <a:srgbClr val="BDCDD3"/>
                </a:solidFill>
                <a:latin typeface="DejaVu Sans"/>
                <a:ea typeface="DejaVu Sans"/>
                <a:cs typeface="DejaVu Sans"/>
              </a:defRPr>
            </a:lvl6pPr>
            <a:lvl7pPr>
              <a:defRPr sz="1800" b="0">
                <a:solidFill>
                  <a:srgbClr val="BDCDD3"/>
                </a:solidFill>
                <a:latin typeface="DejaVu Sans"/>
                <a:ea typeface="DejaVu Sans"/>
                <a:cs typeface="DejaVu Sans"/>
              </a:defRPr>
            </a:lvl7pPr>
            <a:lvl8pPr>
              <a:defRPr sz="1800" b="0">
                <a:solidFill>
                  <a:srgbClr val="BDCDD3"/>
                </a:solidFill>
                <a:latin typeface="DejaVu Sans"/>
                <a:ea typeface="DejaVu Sans"/>
                <a:cs typeface="DejaVu Sans"/>
              </a:defRPr>
            </a:lvl8pPr>
            <a:lvl9pPr>
              <a:defRPr sz="1800" b="0">
                <a:solidFill>
                  <a:srgbClr val="BDCDD3"/>
                </a:solidFill>
                <a:latin typeface="DejaVu Sans"/>
                <a:ea typeface="DejaVu Sans"/>
                <a:cs typeface="DejaVu Sans"/>
              </a:defRPr>
            </a:lvl9pPr>
          </a:lstStyle>
          <a:p xmlns:a="http://schemas.openxmlformats.org/drawingml/2006/main">
            <a:pPr>
              <a:defRPr sz="1800" b="0">
                <a:solidFill>
                  <a:srgbClr val="BDCDD3"/>
                </a:solidFill>
                <a:latin typeface="DejaVu Sans"/>
                <a:ea typeface="DejaVu Sans"/>
                <a:cs typeface="DejaVu Sans"/>
              </a:defRPr>
            </a:pPr>
            <a:r>
              <a:rPr sz="1800" b="0">
                <a:solidFill>
                  <a:srgbClr val="BDCDD3"/>
                </a:solidFill>
                <a:latin typeface="DejaVu Sans"/>
                <a:ea typeface="DejaVu Sans"/>
                <a:cs typeface="DejaVu Sans"/>
              </a:rPr>
              <a:t>Glide memuat gambar. Model Book juga menerapkan Parcelable pada contoh sumber.</a:t>
            </a:r>
          </a:p>
        </p:txBody>
      </p:sp>
    </p:spTree>
    <p:extLst>
      <p:ext uri="{BB962C8B-B14F-4D97-AF65-F5344CB8AC3E}">
        <p14:creationId xmlns:p14="http://schemas.microsoft.com/office/powerpoint/2010/main" val="2063424166"/>
      </p:ext>
    </p:extLst>
  </p:cSld>
</p:sld>
</file>

<file path=ppt/slides/slide1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6CBBFA1-6CE9-4528-B7C1-2B3F4CC2AB1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04 / BACKGROUND TASK</a:t>
            </a:r>
          </a:p>
        </p:txBody>
      </p:sp>
      <p:sp>
        <p:nvSpPr>
          <p:cNvPr id="2" name="slide-title">
            <a:extLst xmlns:a="http://schemas.openxmlformats.org/drawingml/2006/main">
              <a:ext uri="{FF2B5EF4-FFF2-40B4-BE49-F238E27FC236}">
                <a16:creationId xmlns:a16="http://schemas.microsoft.com/office/drawing/2014/main" id="{D98D5057-B974-4C3D-9538-D5C2BF492FE2}"/>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Penjadwalan tugas di Android</a:t>
            </a:r>
          </a:p>
        </p:txBody>
      </p:sp>
      <p:sp>
        <p:nvSpPr>
          <p:cNvPr id="3" name="text-2">
            <a:extLst xmlns:a="http://schemas.openxmlformats.org/drawingml/2006/main">
              <a:ext uri="{FF2B5EF4-FFF2-40B4-BE49-F238E27FC236}">
                <a16:creationId xmlns:a16="http://schemas.microsoft.com/office/drawing/2014/main" id="{99AC4955-CFB6-48B2-AE28-BEBB37B294B8}"/>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4, hlm. PDF 4–8</a:t>
            </a:r>
          </a:p>
        </p:txBody>
      </p:sp>
      <p:sp>
        <p:nvSpPr>
          <p:cNvPr id="4" name="text-3">
            <a:extLst xmlns:a="http://schemas.openxmlformats.org/drawingml/2006/main">
              <a:ext uri="{FF2B5EF4-FFF2-40B4-BE49-F238E27FC236}">
                <a16:creationId xmlns:a16="http://schemas.microsoft.com/office/drawing/2014/main" id="{284E9E1E-4005-49A7-A200-573064820338}"/>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17</a:t>
            </a:r>
          </a:p>
        </p:txBody>
      </p:sp>
      <p:sp>
        <p:nvSpPr>
          <p:cNvPr id="5" name="text-4">
            <a:extLst xmlns:a="http://schemas.openxmlformats.org/drawingml/2006/main">
              <a:ext uri="{FF2B5EF4-FFF2-40B4-BE49-F238E27FC236}">
                <a16:creationId xmlns:a16="http://schemas.microsoft.com/office/drawing/2014/main" id="{3D9B2A28-E7B0-43E5-B004-320DB4630900}"/>
              </a:ext>
            </a:extLst>
          </p:cNvPr>
          <p:cNvSpPr>
            <a:spLocks xmlns:a="http://schemas.openxmlformats.org/drawingml/2006/main" noGrp="1"/>
          </p:cNvSpPr>
          <p:nvPr/>
        </p:nvSpPr>
        <p:spPr>
          <a:xfrm xmlns:a="http://schemas.openxmlformats.org/drawingml/2006/main">
            <a:off x="609600" y="2095500"/>
            <a:ext cx="5029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7DE2BA"/>
                </a:solidFill>
                <a:latin typeface="DejaVu Sans"/>
                <a:ea typeface="DejaVu Sans"/>
                <a:cs typeface="DejaVu Sans"/>
              </a:defRPr>
            </a:defPPr>
            <a:lvl1pPr>
              <a:defRPr sz="2775" b="1">
                <a:solidFill>
                  <a:srgbClr val="7DE2BA"/>
                </a:solidFill>
                <a:latin typeface="DejaVu Sans"/>
                <a:ea typeface="DejaVu Sans"/>
                <a:cs typeface="DejaVu Sans"/>
              </a:defRPr>
            </a:lvl1pPr>
            <a:lvl2pPr>
              <a:defRPr sz="2775" b="1">
                <a:solidFill>
                  <a:srgbClr val="7DE2BA"/>
                </a:solidFill>
                <a:latin typeface="DejaVu Sans"/>
                <a:ea typeface="DejaVu Sans"/>
                <a:cs typeface="DejaVu Sans"/>
              </a:defRPr>
            </a:lvl2pPr>
            <a:lvl3pPr>
              <a:defRPr sz="2775" b="1">
                <a:solidFill>
                  <a:srgbClr val="7DE2BA"/>
                </a:solidFill>
                <a:latin typeface="DejaVu Sans"/>
                <a:ea typeface="DejaVu Sans"/>
                <a:cs typeface="DejaVu Sans"/>
              </a:defRPr>
            </a:lvl3pPr>
            <a:lvl4pPr>
              <a:defRPr sz="2775" b="1">
                <a:solidFill>
                  <a:srgbClr val="7DE2BA"/>
                </a:solidFill>
                <a:latin typeface="DejaVu Sans"/>
                <a:ea typeface="DejaVu Sans"/>
                <a:cs typeface="DejaVu Sans"/>
              </a:defRPr>
            </a:lvl4pPr>
            <a:lvl5pPr>
              <a:defRPr sz="2775" b="1">
                <a:solidFill>
                  <a:srgbClr val="7DE2BA"/>
                </a:solidFill>
                <a:latin typeface="DejaVu Sans"/>
                <a:ea typeface="DejaVu Sans"/>
                <a:cs typeface="DejaVu Sans"/>
              </a:defRPr>
            </a:lvl5pPr>
            <a:lvl6pPr>
              <a:defRPr sz="2775" b="1">
                <a:solidFill>
                  <a:srgbClr val="7DE2BA"/>
                </a:solidFill>
                <a:latin typeface="DejaVu Sans"/>
                <a:ea typeface="DejaVu Sans"/>
                <a:cs typeface="DejaVu Sans"/>
              </a:defRPr>
            </a:lvl6pPr>
            <a:lvl7pPr>
              <a:defRPr sz="2775" b="1">
                <a:solidFill>
                  <a:srgbClr val="7DE2BA"/>
                </a:solidFill>
                <a:latin typeface="DejaVu Sans"/>
                <a:ea typeface="DejaVu Sans"/>
                <a:cs typeface="DejaVu Sans"/>
              </a:defRPr>
            </a:lvl7pPr>
            <a:lvl8pPr>
              <a:defRPr sz="2775" b="1">
                <a:solidFill>
                  <a:srgbClr val="7DE2BA"/>
                </a:solidFill>
                <a:latin typeface="DejaVu Sans"/>
                <a:ea typeface="DejaVu Sans"/>
                <a:cs typeface="DejaVu Sans"/>
              </a:defRPr>
            </a:lvl8pPr>
            <a:lvl9pPr>
              <a:defRPr sz="2775" b="1">
                <a:solidFill>
                  <a:srgbClr val="7DE2BA"/>
                </a:solidFill>
                <a:latin typeface="DejaVu Sans"/>
                <a:ea typeface="DejaVu Sans"/>
                <a:cs typeface="DejaVu Sans"/>
              </a:defRPr>
            </a:lvl9pPr>
          </a:lstStyle>
          <a:p xmlns:a="http://schemas.openxmlformats.org/drawingml/2006/main">
            <a:pPr>
              <a:defRPr sz="2775" b="1">
                <a:solidFill>
                  <a:srgbClr val="7DE2BA"/>
                </a:solidFill>
                <a:latin typeface="DejaVu Sans"/>
                <a:ea typeface="DejaVu Sans"/>
                <a:cs typeface="DejaVu Sans"/>
              </a:defRPr>
            </a:pPr>
            <a:r>
              <a:rPr sz="2775" b="1">
                <a:solidFill>
                  <a:srgbClr val="7DE2BA"/>
                </a:solidFill>
                <a:latin typeface="DejaVu Sans"/>
                <a:ea typeface="DejaVu Sans"/>
                <a:cs typeface="DejaVu Sans"/>
              </a:rPr>
              <a:t>AlarmManager</a:t>
            </a:r>
          </a:p>
        </p:txBody>
      </p:sp>
      <p:sp>
        <p:nvSpPr>
          <p:cNvPr id="6" name="text-5">
            <a:extLst xmlns:a="http://schemas.openxmlformats.org/drawingml/2006/main">
              <a:ext uri="{FF2B5EF4-FFF2-40B4-BE49-F238E27FC236}">
                <a16:creationId xmlns:a16="http://schemas.microsoft.com/office/drawing/2014/main" id="{37226232-4A37-4335-88A8-2EFF2CBE5CEF}"/>
              </a:ext>
            </a:extLst>
          </p:cNvPr>
          <p:cNvSpPr>
            <a:spLocks xmlns:a="http://schemas.openxmlformats.org/drawingml/2006/main" noGrp="1"/>
          </p:cNvSpPr>
          <p:nvPr/>
        </p:nvSpPr>
        <p:spPr>
          <a:xfrm xmlns:a="http://schemas.openxmlformats.org/drawingml/2006/main">
            <a:off x="609600" y="2562225"/>
            <a:ext cx="50292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Untuk pemicu berbasis waktu, misalnya pengingat lokal.</a:t>
            </a:r>
          </a:p>
        </p:txBody>
      </p:sp>
      <p:sp>
        <p:nvSpPr>
          <p:cNvPr id="7" name="text-6">
            <a:extLst xmlns:a="http://schemas.openxmlformats.org/drawingml/2006/main">
              <a:ext uri="{FF2B5EF4-FFF2-40B4-BE49-F238E27FC236}">
                <a16:creationId xmlns:a16="http://schemas.microsoft.com/office/drawing/2014/main" id="{75686116-C301-4FA9-8CCC-A8F2EA76B594}"/>
              </a:ext>
            </a:extLst>
          </p:cNvPr>
          <p:cNvSpPr>
            <a:spLocks xmlns:a="http://schemas.openxmlformats.org/drawingml/2006/main" noGrp="1"/>
          </p:cNvSpPr>
          <p:nvPr/>
        </p:nvSpPr>
        <p:spPr>
          <a:xfrm xmlns:a="http://schemas.openxmlformats.org/drawingml/2006/main">
            <a:off x="6419850" y="2095500"/>
            <a:ext cx="5162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7DE2BA"/>
                </a:solidFill>
                <a:latin typeface="DejaVu Sans"/>
                <a:ea typeface="DejaVu Sans"/>
                <a:cs typeface="DejaVu Sans"/>
              </a:defRPr>
            </a:defPPr>
            <a:lvl1pPr>
              <a:defRPr sz="2775" b="1">
                <a:solidFill>
                  <a:srgbClr val="7DE2BA"/>
                </a:solidFill>
                <a:latin typeface="DejaVu Sans"/>
                <a:ea typeface="DejaVu Sans"/>
                <a:cs typeface="DejaVu Sans"/>
              </a:defRPr>
            </a:lvl1pPr>
            <a:lvl2pPr>
              <a:defRPr sz="2775" b="1">
                <a:solidFill>
                  <a:srgbClr val="7DE2BA"/>
                </a:solidFill>
                <a:latin typeface="DejaVu Sans"/>
                <a:ea typeface="DejaVu Sans"/>
                <a:cs typeface="DejaVu Sans"/>
              </a:defRPr>
            </a:lvl2pPr>
            <a:lvl3pPr>
              <a:defRPr sz="2775" b="1">
                <a:solidFill>
                  <a:srgbClr val="7DE2BA"/>
                </a:solidFill>
                <a:latin typeface="DejaVu Sans"/>
                <a:ea typeface="DejaVu Sans"/>
                <a:cs typeface="DejaVu Sans"/>
              </a:defRPr>
            </a:lvl3pPr>
            <a:lvl4pPr>
              <a:defRPr sz="2775" b="1">
                <a:solidFill>
                  <a:srgbClr val="7DE2BA"/>
                </a:solidFill>
                <a:latin typeface="DejaVu Sans"/>
                <a:ea typeface="DejaVu Sans"/>
                <a:cs typeface="DejaVu Sans"/>
              </a:defRPr>
            </a:lvl4pPr>
            <a:lvl5pPr>
              <a:defRPr sz="2775" b="1">
                <a:solidFill>
                  <a:srgbClr val="7DE2BA"/>
                </a:solidFill>
                <a:latin typeface="DejaVu Sans"/>
                <a:ea typeface="DejaVu Sans"/>
                <a:cs typeface="DejaVu Sans"/>
              </a:defRPr>
            </a:lvl5pPr>
            <a:lvl6pPr>
              <a:defRPr sz="2775" b="1">
                <a:solidFill>
                  <a:srgbClr val="7DE2BA"/>
                </a:solidFill>
                <a:latin typeface="DejaVu Sans"/>
                <a:ea typeface="DejaVu Sans"/>
                <a:cs typeface="DejaVu Sans"/>
              </a:defRPr>
            </a:lvl6pPr>
            <a:lvl7pPr>
              <a:defRPr sz="2775" b="1">
                <a:solidFill>
                  <a:srgbClr val="7DE2BA"/>
                </a:solidFill>
                <a:latin typeface="DejaVu Sans"/>
                <a:ea typeface="DejaVu Sans"/>
                <a:cs typeface="DejaVu Sans"/>
              </a:defRPr>
            </a:lvl7pPr>
            <a:lvl8pPr>
              <a:defRPr sz="2775" b="1">
                <a:solidFill>
                  <a:srgbClr val="7DE2BA"/>
                </a:solidFill>
                <a:latin typeface="DejaVu Sans"/>
                <a:ea typeface="DejaVu Sans"/>
                <a:cs typeface="DejaVu Sans"/>
              </a:defRPr>
            </a:lvl8pPr>
            <a:lvl9pPr>
              <a:defRPr sz="2775" b="1">
                <a:solidFill>
                  <a:srgbClr val="7DE2BA"/>
                </a:solidFill>
                <a:latin typeface="DejaVu Sans"/>
                <a:ea typeface="DejaVu Sans"/>
                <a:cs typeface="DejaVu Sans"/>
              </a:defRPr>
            </a:lvl9pPr>
          </a:lstStyle>
          <a:p xmlns:a="http://schemas.openxmlformats.org/drawingml/2006/main">
            <a:pPr>
              <a:defRPr sz="2775" b="1">
                <a:solidFill>
                  <a:srgbClr val="7DE2BA"/>
                </a:solidFill>
                <a:latin typeface="DejaVu Sans"/>
                <a:ea typeface="DejaVu Sans"/>
                <a:cs typeface="DejaVu Sans"/>
              </a:defRPr>
            </a:pPr>
            <a:r>
              <a:rPr sz="2775" b="1">
                <a:solidFill>
                  <a:srgbClr val="7DE2BA"/>
                </a:solidFill>
                <a:latin typeface="DejaVu Sans"/>
                <a:ea typeface="DejaVu Sans"/>
                <a:cs typeface="DejaVu Sans"/>
              </a:rPr>
              <a:t>JobScheduler</a:t>
            </a:r>
          </a:p>
        </p:txBody>
      </p:sp>
      <p:sp>
        <p:nvSpPr>
          <p:cNvPr id="8" name="text-7">
            <a:extLst xmlns:a="http://schemas.openxmlformats.org/drawingml/2006/main">
              <a:ext uri="{FF2B5EF4-FFF2-40B4-BE49-F238E27FC236}">
                <a16:creationId xmlns:a16="http://schemas.microsoft.com/office/drawing/2014/main" id="{E1CAC061-6FF4-4B51-80D8-B139226B509C}"/>
              </a:ext>
            </a:extLst>
          </p:cNvPr>
          <p:cNvSpPr>
            <a:spLocks xmlns:a="http://schemas.openxmlformats.org/drawingml/2006/main" noGrp="1"/>
          </p:cNvSpPr>
          <p:nvPr/>
        </p:nvSpPr>
        <p:spPr>
          <a:xfrm xmlns:a="http://schemas.openxmlformats.org/drawingml/2006/main">
            <a:off x="6419850" y="2562225"/>
            <a:ext cx="51625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Untuk pekerjaan yang menunggu kondisi tertentu, seperti jaringan atau pengisian daya.</a:t>
            </a:r>
          </a:p>
        </p:txBody>
      </p:sp>
      <p:sp>
        <p:nvSpPr>
          <p:cNvPr id="9" name="text-8">
            <a:extLst xmlns:a="http://schemas.openxmlformats.org/drawingml/2006/main">
              <a:ext uri="{FF2B5EF4-FFF2-40B4-BE49-F238E27FC236}">
                <a16:creationId xmlns:a16="http://schemas.microsoft.com/office/drawing/2014/main" id="{D253A886-00CB-491F-AD4C-E2E2231307BC}"/>
              </a:ext>
            </a:extLst>
          </p:cNvPr>
          <p:cNvSpPr>
            <a:spLocks xmlns:a="http://schemas.openxmlformats.org/drawingml/2006/main" noGrp="1"/>
          </p:cNvSpPr>
          <p:nvPr/>
        </p:nvSpPr>
        <p:spPr>
          <a:xfrm xmlns:a="http://schemas.openxmlformats.org/drawingml/2006/main">
            <a:off x="609600" y="46101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Fokus pemilihan</a:t>
            </a:r>
          </a:p>
        </p:txBody>
      </p:sp>
      <p:sp>
        <p:nvSpPr>
          <p:cNvPr id="10" name="text-9">
            <a:extLst xmlns:a="http://schemas.openxmlformats.org/drawingml/2006/main">
              <a:ext uri="{FF2B5EF4-FFF2-40B4-BE49-F238E27FC236}">
                <a16:creationId xmlns:a16="http://schemas.microsoft.com/office/drawing/2014/main" id="{B1996687-A317-4EB4-B02E-0CFDAE25982D}"/>
              </a:ext>
            </a:extLst>
          </p:cNvPr>
          <p:cNvSpPr>
            <a:spLocks xmlns:a="http://schemas.openxmlformats.org/drawingml/2006/main" noGrp="1"/>
          </p:cNvSpPr>
          <p:nvPr/>
        </p:nvSpPr>
        <p:spPr>
          <a:xfrm xmlns:a="http://schemas.openxmlformats.org/drawingml/2006/main">
            <a:off x="609600" y="5162550"/>
            <a:ext cx="1066800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Tentukan apakah tugas bergantung pada waktu atau kondisi perangkat. Pertimbangkan frekuensi, jaringan, dan penggunaan baterai.</a:t>
            </a:r>
          </a:p>
        </p:txBody>
      </p:sp>
    </p:spTree>
    <p:extLst>
      <p:ext uri="{BB962C8B-B14F-4D97-AF65-F5344CB8AC3E}">
        <p14:creationId xmlns:p14="http://schemas.microsoft.com/office/powerpoint/2010/main" val="1370811"/>
      </p:ext>
    </p:extLst>
  </p:cSld>
</p:sld>
</file>

<file path=ppt/slides/slide18.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A20DF079-CBA5-4B41-AE1A-05E670673E8B}"/>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04 / BACKGROUND TASK</a:t>
            </a:r>
          </a:p>
        </p:txBody>
      </p:sp>
      <p:sp>
        <p:nvSpPr>
          <p:cNvPr id="2" name="slide-title">
            <a:extLst xmlns:a="http://schemas.openxmlformats.org/drawingml/2006/main">
              <a:ext uri="{FF2B5EF4-FFF2-40B4-BE49-F238E27FC236}">
                <a16:creationId xmlns:a16="http://schemas.microsoft.com/office/drawing/2014/main" id="{2F09400B-5CF5-498B-9364-28DAF9D6F439}"/>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Alur kerja JobScheduler</a:t>
            </a:r>
          </a:p>
        </p:txBody>
      </p:sp>
      <p:sp>
        <p:nvSpPr>
          <p:cNvPr id="3" name="text-2">
            <a:extLst xmlns:a="http://schemas.openxmlformats.org/drawingml/2006/main">
              <a:ext uri="{FF2B5EF4-FFF2-40B4-BE49-F238E27FC236}">
                <a16:creationId xmlns:a16="http://schemas.microsoft.com/office/drawing/2014/main" id="{021C2AE8-8B60-45EB-AB5D-B48F9EB2A7C3}"/>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4, hlm. PDF 6–8. Klarifikasi: Android Developers</a:t>
            </a:r>
          </a:p>
        </p:txBody>
      </p:sp>
      <p:sp>
        <p:nvSpPr>
          <p:cNvPr id="4" name="text-3">
            <a:extLst xmlns:a="http://schemas.openxmlformats.org/drawingml/2006/main">
              <a:ext uri="{FF2B5EF4-FFF2-40B4-BE49-F238E27FC236}">
                <a16:creationId xmlns:a16="http://schemas.microsoft.com/office/drawing/2014/main" id="{8F34CB7D-BD7E-4D3F-9EB7-53F2E683ACB6}"/>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18</a:t>
            </a:r>
          </a:p>
        </p:txBody>
      </p:sp>
      <p:sp>
        <p:nvSpPr>
          <p:cNvPr id="5" name="text-4">
            <a:extLst xmlns:a="http://schemas.openxmlformats.org/drawingml/2006/main">
              <a:ext uri="{FF2B5EF4-FFF2-40B4-BE49-F238E27FC236}">
                <a16:creationId xmlns:a16="http://schemas.microsoft.com/office/drawing/2014/main" id="{6EEE3395-D38C-4408-B208-DDFE72608840}"/>
              </a:ext>
            </a:extLst>
          </p:cNvPr>
          <p:cNvSpPr>
            <a:spLocks xmlns:a="http://schemas.openxmlformats.org/drawingml/2006/main" noGrp="1"/>
          </p:cNvSpPr>
          <p:nvPr/>
        </p:nvSpPr>
        <p:spPr>
          <a:xfrm xmlns:a="http://schemas.openxmlformats.org/drawingml/2006/main">
            <a:off x="609600" y="20002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01</a:t>
            </a:r>
          </a:p>
        </p:txBody>
      </p:sp>
      <p:sp>
        <p:nvSpPr>
          <p:cNvPr id="6" name="text-5">
            <a:extLst xmlns:a="http://schemas.openxmlformats.org/drawingml/2006/main">
              <a:ext uri="{FF2B5EF4-FFF2-40B4-BE49-F238E27FC236}">
                <a16:creationId xmlns:a16="http://schemas.microsoft.com/office/drawing/2014/main" id="{8EAAC6F2-50A6-4778-80BF-1AEBD45D892E}"/>
              </a:ext>
            </a:extLst>
          </p:cNvPr>
          <p:cNvSpPr>
            <a:spLocks xmlns:a="http://schemas.openxmlformats.org/drawingml/2006/main" noGrp="1"/>
          </p:cNvSpPr>
          <p:nvPr/>
        </p:nvSpPr>
        <p:spPr>
          <a:xfrm xmlns:a="http://schemas.openxmlformats.org/drawingml/2006/main">
            <a:off x="1466850" y="2000250"/>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JobInfo</a:t>
            </a:r>
          </a:p>
        </p:txBody>
      </p:sp>
      <p:sp>
        <p:nvSpPr>
          <p:cNvPr id="7" name="text-6">
            <a:extLst xmlns:a="http://schemas.openxmlformats.org/drawingml/2006/main">
              <a:ext uri="{FF2B5EF4-FFF2-40B4-BE49-F238E27FC236}">
                <a16:creationId xmlns:a16="http://schemas.microsoft.com/office/drawing/2014/main" id="{1AF26111-046C-4472-8FCE-26A527D449EC}"/>
              </a:ext>
            </a:extLst>
          </p:cNvPr>
          <p:cNvSpPr>
            <a:spLocks xmlns:a="http://schemas.openxmlformats.org/drawingml/2006/main" noGrp="1"/>
          </p:cNvSpPr>
          <p:nvPr/>
        </p:nvSpPr>
        <p:spPr>
          <a:xfrm xmlns:a="http://schemas.openxmlformats.org/drawingml/2006/main">
            <a:off x="1466850" y="2390775"/>
            <a:ext cx="99631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Mendeklarasikan kondisi dan parameter pekerjaan.</a:t>
            </a:r>
          </a:p>
        </p:txBody>
      </p:sp>
      <p:sp>
        <p:nvSpPr>
          <p:cNvPr id="8" name="text-7">
            <a:extLst xmlns:a="http://schemas.openxmlformats.org/drawingml/2006/main">
              <a:ext uri="{FF2B5EF4-FFF2-40B4-BE49-F238E27FC236}">
                <a16:creationId xmlns:a16="http://schemas.microsoft.com/office/drawing/2014/main" id="{0209EE40-0EF3-44D5-8D8D-B2FECFA9D2D9}"/>
              </a:ext>
            </a:extLst>
          </p:cNvPr>
          <p:cNvSpPr>
            <a:spLocks xmlns:a="http://schemas.openxmlformats.org/drawingml/2006/main" noGrp="1"/>
          </p:cNvSpPr>
          <p:nvPr/>
        </p:nvSpPr>
        <p:spPr>
          <a:xfrm xmlns:a="http://schemas.openxmlformats.org/drawingml/2006/main">
            <a:off x="609600" y="29527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02</a:t>
            </a:r>
          </a:p>
        </p:txBody>
      </p:sp>
      <p:sp>
        <p:nvSpPr>
          <p:cNvPr id="9" name="text-8">
            <a:extLst xmlns:a="http://schemas.openxmlformats.org/drawingml/2006/main">
              <a:ext uri="{FF2B5EF4-FFF2-40B4-BE49-F238E27FC236}">
                <a16:creationId xmlns:a16="http://schemas.microsoft.com/office/drawing/2014/main" id="{2C04D056-8DAD-40F7-844A-F9DAFE5CF265}"/>
              </a:ext>
            </a:extLst>
          </p:cNvPr>
          <p:cNvSpPr>
            <a:spLocks xmlns:a="http://schemas.openxmlformats.org/drawingml/2006/main" noGrp="1"/>
          </p:cNvSpPr>
          <p:nvPr/>
        </p:nvSpPr>
        <p:spPr>
          <a:xfrm xmlns:a="http://schemas.openxmlformats.org/drawingml/2006/main">
            <a:off x="1466850" y="2952750"/>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JobScheduler</a:t>
            </a:r>
          </a:p>
        </p:txBody>
      </p:sp>
      <p:sp>
        <p:nvSpPr>
          <p:cNvPr id="10" name="text-9">
            <a:extLst xmlns:a="http://schemas.openxmlformats.org/drawingml/2006/main">
              <a:ext uri="{FF2B5EF4-FFF2-40B4-BE49-F238E27FC236}">
                <a16:creationId xmlns:a16="http://schemas.microsoft.com/office/drawing/2014/main" id="{73FDE6E7-8CF9-415E-BD99-649E12B433EA}"/>
              </a:ext>
            </a:extLst>
          </p:cNvPr>
          <p:cNvSpPr>
            <a:spLocks xmlns:a="http://schemas.openxmlformats.org/drawingml/2006/main" noGrp="1"/>
          </p:cNvSpPr>
          <p:nvPr/>
        </p:nvSpPr>
        <p:spPr>
          <a:xfrm xmlns:a="http://schemas.openxmlformats.org/drawingml/2006/main">
            <a:off x="1466850" y="3343275"/>
            <a:ext cx="99631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Mendaftarkan pekerjaan dan menunggu kondisi terpenuhi.</a:t>
            </a:r>
          </a:p>
        </p:txBody>
      </p:sp>
      <p:sp>
        <p:nvSpPr>
          <p:cNvPr id="11" name="text-10">
            <a:extLst xmlns:a="http://schemas.openxmlformats.org/drawingml/2006/main">
              <a:ext uri="{FF2B5EF4-FFF2-40B4-BE49-F238E27FC236}">
                <a16:creationId xmlns:a16="http://schemas.microsoft.com/office/drawing/2014/main" id="{9B5DA01C-B820-4F06-992B-CEB792FA1B0E}"/>
              </a:ext>
            </a:extLst>
          </p:cNvPr>
          <p:cNvSpPr>
            <a:spLocks xmlns:a="http://schemas.openxmlformats.org/drawingml/2006/main" noGrp="1"/>
          </p:cNvSpPr>
          <p:nvPr/>
        </p:nvSpPr>
        <p:spPr>
          <a:xfrm xmlns:a="http://schemas.openxmlformats.org/drawingml/2006/main">
            <a:off x="609600" y="39052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03</a:t>
            </a:r>
          </a:p>
        </p:txBody>
      </p:sp>
      <p:sp>
        <p:nvSpPr>
          <p:cNvPr id="12" name="text-11">
            <a:extLst xmlns:a="http://schemas.openxmlformats.org/drawingml/2006/main">
              <a:ext uri="{FF2B5EF4-FFF2-40B4-BE49-F238E27FC236}">
                <a16:creationId xmlns:a16="http://schemas.microsoft.com/office/drawing/2014/main" id="{A38B39EE-61A4-402D-8D8C-0C5472254FED}"/>
              </a:ext>
            </a:extLst>
          </p:cNvPr>
          <p:cNvSpPr>
            <a:spLocks xmlns:a="http://schemas.openxmlformats.org/drawingml/2006/main" noGrp="1"/>
          </p:cNvSpPr>
          <p:nvPr/>
        </p:nvSpPr>
        <p:spPr>
          <a:xfrm xmlns:a="http://schemas.openxmlformats.org/drawingml/2006/main">
            <a:off x="1466850" y="3905250"/>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JobService.onStartJob()</a:t>
            </a:r>
          </a:p>
        </p:txBody>
      </p:sp>
      <p:sp>
        <p:nvSpPr>
          <p:cNvPr id="13" name="text-12">
            <a:extLst xmlns:a="http://schemas.openxmlformats.org/drawingml/2006/main">
              <a:ext uri="{FF2B5EF4-FFF2-40B4-BE49-F238E27FC236}">
                <a16:creationId xmlns:a16="http://schemas.microsoft.com/office/drawing/2014/main" id="{839B600A-456A-4F96-83C8-00F7B1073B11}"/>
              </a:ext>
            </a:extLst>
          </p:cNvPr>
          <p:cNvSpPr>
            <a:spLocks xmlns:a="http://schemas.openxmlformats.org/drawingml/2006/main" noGrp="1"/>
          </p:cNvSpPr>
          <p:nvPr/>
        </p:nvSpPr>
        <p:spPr>
          <a:xfrm xmlns:a="http://schemas.openxmlformats.org/drawingml/2006/main">
            <a:off x="1466850" y="4295775"/>
            <a:ext cx="99631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Memulai pekerjaan. Callback bukan tempat untuk memblokir UI.</a:t>
            </a:r>
          </a:p>
        </p:txBody>
      </p:sp>
      <p:sp>
        <p:nvSpPr>
          <p:cNvPr id="14" name="text-13">
            <a:extLst xmlns:a="http://schemas.openxmlformats.org/drawingml/2006/main">
              <a:ext uri="{FF2B5EF4-FFF2-40B4-BE49-F238E27FC236}">
                <a16:creationId xmlns:a16="http://schemas.microsoft.com/office/drawing/2014/main" id="{5A5F6419-16E0-4407-AE1B-EA550EE5A7A7}"/>
              </a:ext>
            </a:extLst>
          </p:cNvPr>
          <p:cNvSpPr>
            <a:spLocks xmlns:a="http://schemas.openxmlformats.org/drawingml/2006/main" noGrp="1"/>
          </p:cNvSpPr>
          <p:nvPr/>
        </p:nvSpPr>
        <p:spPr>
          <a:xfrm xmlns:a="http://schemas.openxmlformats.org/drawingml/2006/main">
            <a:off x="609600" y="48577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04</a:t>
            </a:r>
          </a:p>
        </p:txBody>
      </p:sp>
      <p:sp>
        <p:nvSpPr>
          <p:cNvPr id="15" name="text-14">
            <a:extLst xmlns:a="http://schemas.openxmlformats.org/drawingml/2006/main">
              <a:ext uri="{FF2B5EF4-FFF2-40B4-BE49-F238E27FC236}">
                <a16:creationId xmlns:a16="http://schemas.microsoft.com/office/drawing/2014/main" id="{E6B83FBE-2545-4C6D-B23E-D7024C349BC0}"/>
              </a:ext>
            </a:extLst>
          </p:cNvPr>
          <p:cNvSpPr>
            <a:spLocks xmlns:a="http://schemas.openxmlformats.org/drawingml/2006/main" noGrp="1"/>
          </p:cNvSpPr>
          <p:nvPr/>
        </p:nvSpPr>
        <p:spPr>
          <a:xfrm xmlns:a="http://schemas.openxmlformats.org/drawingml/2006/main">
            <a:off x="1466850" y="4857750"/>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jobFinished() / onStopJob()</a:t>
            </a:r>
          </a:p>
        </p:txBody>
      </p:sp>
      <p:sp>
        <p:nvSpPr>
          <p:cNvPr id="16" name="text-15">
            <a:extLst xmlns:a="http://schemas.openxmlformats.org/drawingml/2006/main">
              <a:ext uri="{FF2B5EF4-FFF2-40B4-BE49-F238E27FC236}">
                <a16:creationId xmlns:a16="http://schemas.microsoft.com/office/drawing/2014/main" id="{0C4A58BC-F240-40DE-B588-A9CF395C6043}"/>
              </a:ext>
            </a:extLst>
          </p:cNvPr>
          <p:cNvSpPr>
            <a:spLocks xmlns:a="http://schemas.openxmlformats.org/drawingml/2006/main" noGrp="1"/>
          </p:cNvSpPr>
          <p:nvPr/>
        </p:nvSpPr>
        <p:spPr>
          <a:xfrm xmlns:a="http://schemas.openxmlformats.org/drawingml/2006/main">
            <a:off x="1466850" y="5248275"/>
            <a:ext cx="99631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Melaporkan selesai atau menangani pekerjaan yang dihentikan.</a:t>
            </a:r>
          </a:p>
        </p:txBody>
      </p:sp>
    </p:spTree>
    <p:extLst>
      <p:ext uri="{BB962C8B-B14F-4D97-AF65-F5344CB8AC3E}">
        <p14:creationId xmlns:p14="http://schemas.microsoft.com/office/powerpoint/2010/main" val="84348159"/>
      </p:ext>
    </p:extLst>
  </p:cSld>
</p:sld>
</file>

<file path=ppt/slides/slide19.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8E5D8AB-BC85-40CE-BF5F-EB7FECB146CC}"/>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04 / BACKGROUND TASK</a:t>
            </a:r>
          </a:p>
        </p:txBody>
      </p:sp>
      <p:sp>
        <p:nvSpPr>
          <p:cNvPr id="2" name="slide-title">
            <a:extLst xmlns:a="http://schemas.openxmlformats.org/drawingml/2006/main">
              <a:ext uri="{FF2B5EF4-FFF2-40B4-BE49-F238E27FC236}">
                <a16:creationId xmlns:a16="http://schemas.microsoft.com/office/drawing/2014/main" id="{EC9E80B7-2293-4716-B61E-28BA6626B7BF}"/>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Notifikasi di luar layar aplikasi</a:t>
            </a:r>
          </a:p>
        </p:txBody>
      </p:sp>
      <p:sp>
        <p:nvSpPr>
          <p:cNvPr id="3" name="text-2">
            <a:extLst xmlns:a="http://schemas.openxmlformats.org/drawingml/2006/main">
              <a:ext uri="{FF2B5EF4-FFF2-40B4-BE49-F238E27FC236}">
                <a16:creationId xmlns:a16="http://schemas.microsoft.com/office/drawing/2014/main" id="{3374ED5F-2ABF-401C-A469-C55E848A31BC}"/>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4, hlm. PDF 8–17. Gambar asli dari modul</a:t>
            </a:r>
          </a:p>
        </p:txBody>
      </p:sp>
      <p:sp>
        <p:nvSpPr>
          <p:cNvPr id="4" name="text-3">
            <a:extLst xmlns:a="http://schemas.openxmlformats.org/drawingml/2006/main">
              <a:ext uri="{FF2B5EF4-FFF2-40B4-BE49-F238E27FC236}">
                <a16:creationId xmlns:a16="http://schemas.microsoft.com/office/drawing/2014/main" id="{126EA71E-CB41-4F90-92F9-FD8202756608}"/>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19</a:t>
            </a:r>
          </a:p>
        </p:txBody>
      </p:sp>
      <p:pic>
        <p:nvPicPr>
          <p:cNvPr id="5" name="">
            <a:extLst xmlns:a="http://schemas.openxmlformats.org/drawingml/2006/main">
              <a:ext uri="{FF2B5EF4-FFF2-40B4-BE49-F238E27FC236}">
                <a16:creationId xmlns:a16="http://schemas.microsoft.com/office/drawing/2014/main" id="{2B2D01E3-BE9D-4405-A7D9-1526F7AC414B}"/>
              </a:ext>
            </a:extLst>
          </p:cNvPr>
          <p:cNvPicPr>
            <a:picLocks xmlns:a="http://schemas.openxmlformats.org/drawingml/2006/main" noChangeAspect="1"/>
          </p:cNvPicPr>
          <p:nvPr/>
        </p:nvPicPr>
        <p:blipFill>
          <a:blip xmlns:r="http://schemas.openxmlformats.org/officeDocument/2006/relationships" xmlns:a="http://schemas.openxmlformats.org/drawingml/2006/main" r:embed="R8b4a6b651435466b"/>
          <a:stretch xmlns:a="http://schemas.openxmlformats.org/drawingml/2006/main"/>
        </p:blipFill>
        <p:spPr>
          <a:xfrm xmlns:a="http://schemas.openxmlformats.org/drawingml/2006/main">
            <a:off x="704850" y="1896526"/>
            <a:ext cx="2381250" cy="4217473"/>
          </a:xfrm>
          <a:prstGeom xmlns:a="http://schemas.openxmlformats.org/drawingml/2006/main" prst="rect">
            <a:avLst/>
          </a:prstGeom>
        </p:spPr>
      </p:pic>
      <p:sp>
        <p:nvSpPr>
          <p:cNvPr id="6" name="text-4">
            <a:extLst xmlns:a="http://schemas.openxmlformats.org/drawingml/2006/main">
              <a:ext uri="{FF2B5EF4-FFF2-40B4-BE49-F238E27FC236}">
                <a16:creationId xmlns:a16="http://schemas.microsoft.com/office/drawing/2014/main" id="{D7D6BEC4-7D43-4BF9-A670-82FD5FE584A3}"/>
              </a:ext>
            </a:extLst>
          </p:cNvPr>
          <p:cNvSpPr>
            <a:spLocks xmlns:a="http://schemas.openxmlformats.org/drawingml/2006/main" noGrp="1"/>
          </p:cNvSpPr>
          <p:nvPr/>
        </p:nvSpPr>
        <p:spPr>
          <a:xfrm xmlns:a="http://schemas.openxmlformats.org/drawingml/2006/main">
            <a:off x="3714750" y="2009775"/>
            <a:ext cx="7677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Informasi tetap terlihat</a:t>
            </a:r>
          </a:p>
        </p:txBody>
      </p:sp>
      <p:sp>
        <p:nvSpPr>
          <p:cNvPr id="7" name="text-5">
            <a:extLst xmlns:a="http://schemas.openxmlformats.org/drawingml/2006/main">
              <a:ext uri="{FF2B5EF4-FFF2-40B4-BE49-F238E27FC236}">
                <a16:creationId xmlns:a16="http://schemas.microsoft.com/office/drawing/2014/main" id="{6F3FC719-01C0-4809-9628-F90AF3BB14F5}"/>
              </a:ext>
            </a:extLst>
          </p:cNvPr>
          <p:cNvSpPr>
            <a:spLocks xmlns:a="http://schemas.openxmlformats.org/drawingml/2006/main" noGrp="1"/>
          </p:cNvSpPr>
          <p:nvPr/>
        </p:nvSpPr>
        <p:spPr>
          <a:xfrm xmlns:a="http://schemas.openxmlformats.org/drawingml/2006/main">
            <a:off x="3714750" y="2476500"/>
            <a:ext cx="76771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02A38"/>
                </a:solidFill>
                <a:latin typeface="DejaVu Sans"/>
                <a:ea typeface="DejaVu Sans"/>
                <a:cs typeface="DejaVu Sans"/>
              </a:defRPr>
            </a:defPPr>
            <a:lvl1pPr>
              <a:defRPr sz="2100" b="0">
                <a:solidFill>
                  <a:srgbClr val="102A38"/>
                </a:solidFill>
                <a:latin typeface="DejaVu Sans"/>
                <a:ea typeface="DejaVu Sans"/>
                <a:cs typeface="DejaVu Sans"/>
              </a:defRPr>
            </a:lvl1pPr>
            <a:lvl2pPr>
              <a:defRPr sz="2100" b="0">
                <a:solidFill>
                  <a:srgbClr val="102A38"/>
                </a:solidFill>
                <a:latin typeface="DejaVu Sans"/>
                <a:ea typeface="DejaVu Sans"/>
                <a:cs typeface="DejaVu Sans"/>
              </a:defRPr>
            </a:lvl2pPr>
            <a:lvl3pPr>
              <a:defRPr sz="2100" b="0">
                <a:solidFill>
                  <a:srgbClr val="102A38"/>
                </a:solidFill>
                <a:latin typeface="DejaVu Sans"/>
                <a:ea typeface="DejaVu Sans"/>
                <a:cs typeface="DejaVu Sans"/>
              </a:defRPr>
            </a:lvl3pPr>
            <a:lvl4pPr>
              <a:defRPr sz="2100" b="0">
                <a:solidFill>
                  <a:srgbClr val="102A38"/>
                </a:solidFill>
                <a:latin typeface="DejaVu Sans"/>
                <a:ea typeface="DejaVu Sans"/>
                <a:cs typeface="DejaVu Sans"/>
              </a:defRPr>
            </a:lvl4pPr>
            <a:lvl5pPr>
              <a:defRPr sz="2100" b="0">
                <a:solidFill>
                  <a:srgbClr val="102A38"/>
                </a:solidFill>
                <a:latin typeface="DejaVu Sans"/>
                <a:ea typeface="DejaVu Sans"/>
                <a:cs typeface="DejaVu Sans"/>
              </a:defRPr>
            </a:lvl5pPr>
            <a:lvl6pPr>
              <a:defRPr sz="2100" b="0">
                <a:solidFill>
                  <a:srgbClr val="102A38"/>
                </a:solidFill>
                <a:latin typeface="DejaVu Sans"/>
                <a:ea typeface="DejaVu Sans"/>
                <a:cs typeface="DejaVu Sans"/>
              </a:defRPr>
            </a:lvl6pPr>
            <a:lvl7pPr>
              <a:defRPr sz="2100" b="0">
                <a:solidFill>
                  <a:srgbClr val="102A38"/>
                </a:solidFill>
                <a:latin typeface="DejaVu Sans"/>
                <a:ea typeface="DejaVu Sans"/>
                <a:cs typeface="DejaVu Sans"/>
              </a:defRPr>
            </a:lvl7pPr>
            <a:lvl8pPr>
              <a:defRPr sz="2100" b="0">
                <a:solidFill>
                  <a:srgbClr val="102A38"/>
                </a:solidFill>
                <a:latin typeface="DejaVu Sans"/>
                <a:ea typeface="DejaVu Sans"/>
                <a:cs typeface="DejaVu Sans"/>
              </a:defRPr>
            </a:lvl8pPr>
            <a:lvl9pPr>
              <a:defRPr sz="2100" b="0">
                <a:solidFill>
                  <a:srgbClr val="102A38"/>
                </a:solidFill>
                <a:latin typeface="DejaVu Sans"/>
                <a:ea typeface="DejaVu Sans"/>
                <a:cs typeface="DejaVu Sans"/>
              </a:defRPr>
            </a:lvl9pPr>
          </a:lstStyle>
          <a:p xmlns:a="http://schemas.openxmlformats.org/drawingml/2006/main">
            <a:pPr>
              <a:defRPr sz="2100" b="0">
                <a:solidFill>
                  <a:srgbClr val="102A38"/>
                </a:solidFill>
                <a:latin typeface="DejaVu Sans"/>
                <a:ea typeface="DejaVu Sans"/>
                <a:cs typeface="DejaVu Sans"/>
              </a:defRPr>
            </a:pPr>
            <a:r>
              <a:rPr sz="2100" b="0">
                <a:solidFill>
                  <a:srgbClr val="102A38"/>
                </a:solidFill>
                <a:latin typeface="DejaVu Sans"/>
                <a:ea typeface="DejaVu Sans"/>
                <a:cs typeface="DejaVu Sans"/>
              </a:rPr>
              <a:t>Notifikasi muncul di area sistem meskipun aplikasi tidak sedang berada di foreground.</a:t>
            </a:r>
          </a:p>
        </p:txBody>
      </p:sp>
      <p:sp>
        <p:nvSpPr>
          <p:cNvPr id="8" name="text-6">
            <a:extLst xmlns:a="http://schemas.openxmlformats.org/drawingml/2006/main">
              <a:ext uri="{FF2B5EF4-FFF2-40B4-BE49-F238E27FC236}">
                <a16:creationId xmlns:a16="http://schemas.microsoft.com/office/drawing/2014/main" id="{A48C4D76-9BE7-4C48-B7AD-46FA448A72C6}"/>
              </a:ext>
            </a:extLst>
          </p:cNvPr>
          <p:cNvSpPr>
            <a:spLocks xmlns:a="http://schemas.openxmlformats.org/drawingml/2006/main" noGrp="1"/>
          </p:cNvSpPr>
          <p:nvPr/>
        </p:nvSpPr>
        <p:spPr>
          <a:xfrm xmlns:a="http://schemas.openxmlformats.org/drawingml/2006/main">
            <a:off x="3714750" y="3705225"/>
            <a:ext cx="76771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Isi dan tindakan</a:t>
            </a:r>
          </a:p>
        </p:txBody>
      </p:sp>
      <p:sp>
        <p:nvSpPr>
          <p:cNvPr id="9" name="text-7">
            <a:extLst xmlns:a="http://schemas.openxmlformats.org/drawingml/2006/main">
              <a:ext uri="{FF2B5EF4-FFF2-40B4-BE49-F238E27FC236}">
                <a16:creationId xmlns:a16="http://schemas.microsoft.com/office/drawing/2014/main" id="{40CE3661-D4E3-4D9F-AE2D-8743BD4766F6}"/>
              </a:ext>
            </a:extLst>
          </p:cNvPr>
          <p:cNvSpPr>
            <a:spLocks xmlns:a="http://schemas.openxmlformats.org/drawingml/2006/main" noGrp="1"/>
          </p:cNvSpPr>
          <p:nvPr/>
        </p:nvSpPr>
        <p:spPr>
          <a:xfrm xmlns:a="http://schemas.openxmlformats.org/drawingml/2006/main">
            <a:off x="3714750" y="4171950"/>
            <a:ext cx="76771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0">
                <a:solidFill>
                  <a:srgbClr val="102A38"/>
                </a:solidFill>
                <a:latin typeface="DejaVu Sans"/>
                <a:ea typeface="DejaVu Sans"/>
                <a:cs typeface="DejaVu Sans"/>
              </a:defRPr>
            </a:defPPr>
            <a:lvl1pPr>
              <a:defRPr sz="2100" b="0">
                <a:solidFill>
                  <a:srgbClr val="102A38"/>
                </a:solidFill>
                <a:latin typeface="DejaVu Sans"/>
                <a:ea typeface="DejaVu Sans"/>
                <a:cs typeface="DejaVu Sans"/>
              </a:defRPr>
            </a:lvl1pPr>
            <a:lvl2pPr>
              <a:defRPr sz="2100" b="0">
                <a:solidFill>
                  <a:srgbClr val="102A38"/>
                </a:solidFill>
                <a:latin typeface="DejaVu Sans"/>
                <a:ea typeface="DejaVu Sans"/>
                <a:cs typeface="DejaVu Sans"/>
              </a:defRPr>
            </a:lvl2pPr>
            <a:lvl3pPr>
              <a:defRPr sz="2100" b="0">
                <a:solidFill>
                  <a:srgbClr val="102A38"/>
                </a:solidFill>
                <a:latin typeface="DejaVu Sans"/>
                <a:ea typeface="DejaVu Sans"/>
                <a:cs typeface="DejaVu Sans"/>
              </a:defRPr>
            </a:lvl3pPr>
            <a:lvl4pPr>
              <a:defRPr sz="2100" b="0">
                <a:solidFill>
                  <a:srgbClr val="102A38"/>
                </a:solidFill>
                <a:latin typeface="DejaVu Sans"/>
                <a:ea typeface="DejaVu Sans"/>
                <a:cs typeface="DejaVu Sans"/>
              </a:defRPr>
            </a:lvl4pPr>
            <a:lvl5pPr>
              <a:defRPr sz="2100" b="0">
                <a:solidFill>
                  <a:srgbClr val="102A38"/>
                </a:solidFill>
                <a:latin typeface="DejaVu Sans"/>
                <a:ea typeface="DejaVu Sans"/>
                <a:cs typeface="DejaVu Sans"/>
              </a:defRPr>
            </a:lvl5pPr>
            <a:lvl6pPr>
              <a:defRPr sz="2100" b="0">
                <a:solidFill>
                  <a:srgbClr val="102A38"/>
                </a:solidFill>
                <a:latin typeface="DejaVu Sans"/>
                <a:ea typeface="DejaVu Sans"/>
                <a:cs typeface="DejaVu Sans"/>
              </a:defRPr>
            </a:lvl6pPr>
            <a:lvl7pPr>
              <a:defRPr sz="2100" b="0">
                <a:solidFill>
                  <a:srgbClr val="102A38"/>
                </a:solidFill>
                <a:latin typeface="DejaVu Sans"/>
                <a:ea typeface="DejaVu Sans"/>
                <a:cs typeface="DejaVu Sans"/>
              </a:defRPr>
            </a:lvl7pPr>
            <a:lvl8pPr>
              <a:defRPr sz="2100" b="0">
                <a:solidFill>
                  <a:srgbClr val="102A38"/>
                </a:solidFill>
                <a:latin typeface="DejaVu Sans"/>
                <a:ea typeface="DejaVu Sans"/>
                <a:cs typeface="DejaVu Sans"/>
              </a:defRPr>
            </a:lvl8pPr>
            <a:lvl9pPr>
              <a:defRPr sz="2100" b="0">
                <a:solidFill>
                  <a:srgbClr val="102A38"/>
                </a:solidFill>
                <a:latin typeface="DejaVu Sans"/>
                <a:ea typeface="DejaVu Sans"/>
                <a:cs typeface="DejaVu Sans"/>
              </a:defRPr>
            </a:lvl9pPr>
          </a:lstStyle>
          <a:p xmlns:a="http://schemas.openxmlformats.org/drawingml/2006/main">
            <a:pPr>
              <a:defRPr sz="2100" b="0">
                <a:solidFill>
                  <a:srgbClr val="102A38"/>
                </a:solidFill>
                <a:latin typeface="DejaVu Sans"/>
                <a:ea typeface="DejaVu Sans"/>
                <a:cs typeface="DejaVu Sans"/>
              </a:defRPr>
            </a:pPr>
            <a:r>
              <a:rPr sz="2100" b="0">
                <a:solidFill>
                  <a:srgbClr val="102A38"/>
                </a:solidFill>
                <a:latin typeface="DejaVu Sans"/>
                <a:ea typeface="DejaVu Sans"/>
                <a:cs typeface="DejaVu Sans"/>
              </a:rPr>
              <a:t>Ikon kecil, judul, teks, dan PendingIntent menghubungkan pesan ke aksi aplikasi.</a:t>
            </a:r>
          </a:p>
        </p:txBody>
      </p:sp>
      <p:sp>
        <p:nvSpPr>
          <p:cNvPr id="10" name="text-8">
            <a:extLst xmlns:a="http://schemas.openxmlformats.org/drawingml/2006/main">
              <a:ext uri="{FF2B5EF4-FFF2-40B4-BE49-F238E27FC236}">
                <a16:creationId xmlns:a16="http://schemas.microsoft.com/office/drawing/2014/main" id="{FD3ED5F7-7DA0-4BA6-9520-2C2221425EED}"/>
              </a:ext>
            </a:extLst>
          </p:cNvPr>
          <p:cNvSpPr>
            <a:spLocks xmlns:a="http://schemas.openxmlformats.org/drawingml/2006/main" noGrp="1"/>
          </p:cNvSpPr>
          <p:nvPr/>
        </p:nvSpPr>
        <p:spPr>
          <a:xfrm xmlns:a="http://schemas.openxmlformats.org/drawingml/2006/main">
            <a:off x="3714750" y="5410200"/>
            <a:ext cx="76676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Channel mengelompokkan notifikasi pada Android 8.0 / API 26 ke atas.</a:t>
            </a:r>
          </a:p>
        </p:txBody>
      </p:sp>
    </p:spTree>
    <p:extLst>
      <p:ext uri="{BB962C8B-B14F-4D97-AF65-F5344CB8AC3E}">
        <p14:creationId xmlns:p14="http://schemas.microsoft.com/office/powerpoint/2010/main" val="1194272387"/>
      </p:ext>
    </p:extLst>
  </p:cSld>
</p:sld>
</file>

<file path=ppt/slides/slide20.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69FEC216-BD29-4948-A83A-97CA0F4D291B}"/>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04 / BACKGROUND TASK</a:t>
            </a:r>
          </a:p>
        </p:txBody>
      </p:sp>
      <p:sp>
        <p:nvSpPr>
          <p:cNvPr id="2" name="slide-title">
            <a:extLst xmlns:a="http://schemas.openxmlformats.org/drawingml/2006/main">
              <a:ext uri="{FF2B5EF4-FFF2-40B4-BE49-F238E27FC236}">
                <a16:creationId xmlns:a16="http://schemas.microsoft.com/office/drawing/2014/main" id="{AD4727DB-B5E1-4E38-A108-D86F78DB7173}"/>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Praktik modul: membuat notifikasi</a:t>
            </a:r>
          </a:p>
        </p:txBody>
      </p:sp>
      <p:sp>
        <p:nvSpPr>
          <p:cNvPr id="3" name="text-2">
            <a:extLst xmlns:a="http://schemas.openxmlformats.org/drawingml/2006/main">
              <a:ext uri="{FF2B5EF4-FFF2-40B4-BE49-F238E27FC236}">
                <a16:creationId xmlns:a16="http://schemas.microsoft.com/office/drawing/2014/main" id="{33255062-E71C-4161-A48D-29E7E4899CFB}"/>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4, hlm. PDF 10–21</a:t>
            </a:r>
          </a:p>
        </p:txBody>
      </p:sp>
      <p:sp>
        <p:nvSpPr>
          <p:cNvPr id="4" name="text-3">
            <a:extLst xmlns:a="http://schemas.openxmlformats.org/drawingml/2006/main">
              <a:ext uri="{FF2B5EF4-FFF2-40B4-BE49-F238E27FC236}">
                <a16:creationId xmlns:a16="http://schemas.microsoft.com/office/drawing/2014/main" id="{0BA2416E-2EEA-4696-9E4F-9D20DBAE8054}"/>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20</a:t>
            </a:r>
          </a:p>
        </p:txBody>
      </p:sp>
      <p:sp>
        <p:nvSpPr>
          <p:cNvPr id="5" name="text-4">
            <a:extLst xmlns:a="http://schemas.openxmlformats.org/drawingml/2006/main">
              <a:ext uri="{FF2B5EF4-FFF2-40B4-BE49-F238E27FC236}">
                <a16:creationId xmlns:a16="http://schemas.microsoft.com/office/drawing/2014/main" id="{CFA7C906-8486-4F28-894D-74C0EF28D337}"/>
              </a:ext>
            </a:extLst>
          </p:cNvPr>
          <p:cNvSpPr>
            <a:spLocks xmlns:a="http://schemas.openxmlformats.org/drawingml/2006/main" noGrp="1"/>
          </p:cNvSpPr>
          <p:nvPr/>
        </p:nvSpPr>
        <p:spPr>
          <a:xfrm xmlns:a="http://schemas.openxmlformats.org/drawingml/2006/main">
            <a:off x="609600" y="204787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01</a:t>
            </a:r>
          </a:p>
        </p:txBody>
      </p:sp>
      <p:sp>
        <p:nvSpPr>
          <p:cNvPr id="6" name="text-5">
            <a:extLst xmlns:a="http://schemas.openxmlformats.org/drawingml/2006/main">
              <a:ext uri="{FF2B5EF4-FFF2-40B4-BE49-F238E27FC236}">
                <a16:creationId xmlns:a16="http://schemas.microsoft.com/office/drawing/2014/main" id="{B1B7027C-EEF6-4DBF-BD2B-1146A8512EFD}"/>
              </a:ext>
            </a:extLst>
          </p:cNvPr>
          <p:cNvSpPr>
            <a:spLocks xmlns:a="http://schemas.openxmlformats.org/drawingml/2006/main" noGrp="1"/>
          </p:cNvSpPr>
          <p:nvPr/>
        </p:nvSpPr>
        <p:spPr>
          <a:xfrm xmlns:a="http://schemas.openxmlformats.org/drawingml/2006/main">
            <a:off x="1466850" y="2047875"/>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Siapkan channel</a:t>
            </a:r>
          </a:p>
        </p:txBody>
      </p:sp>
      <p:sp>
        <p:nvSpPr>
          <p:cNvPr id="7" name="text-6">
            <a:extLst xmlns:a="http://schemas.openxmlformats.org/drawingml/2006/main">
              <a:ext uri="{FF2B5EF4-FFF2-40B4-BE49-F238E27FC236}">
                <a16:creationId xmlns:a16="http://schemas.microsoft.com/office/drawing/2014/main" id="{BB8CABC1-073E-48BC-A3AC-8B9AE491E93F}"/>
              </a:ext>
            </a:extLst>
          </p:cNvPr>
          <p:cNvSpPr>
            <a:spLocks xmlns:a="http://schemas.openxmlformats.org/drawingml/2006/main" noGrp="1"/>
          </p:cNvSpPr>
          <p:nvPr/>
        </p:nvSpPr>
        <p:spPr>
          <a:xfrm xmlns:a="http://schemas.openxmlformats.org/drawingml/2006/main">
            <a:off x="1466850" y="2438400"/>
            <a:ext cx="99631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Daftarkan channel dan tentukan identitasnya.</a:t>
            </a:r>
          </a:p>
        </p:txBody>
      </p:sp>
      <p:sp>
        <p:nvSpPr>
          <p:cNvPr id="8" name="text-7">
            <a:extLst xmlns:a="http://schemas.openxmlformats.org/drawingml/2006/main">
              <a:ext uri="{FF2B5EF4-FFF2-40B4-BE49-F238E27FC236}">
                <a16:creationId xmlns:a16="http://schemas.microsoft.com/office/drawing/2014/main" id="{4EDFF4C1-0087-4403-B87B-26A5B85F1055}"/>
              </a:ext>
            </a:extLst>
          </p:cNvPr>
          <p:cNvSpPr>
            <a:spLocks xmlns:a="http://schemas.openxmlformats.org/drawingml/2006/main" noGrp="1"/>
          </p:cNvSpPr>
          <p:nvPr/>
        </p:nvSpPr>
        <p:spPr>
          <a:xfrm xmlns:a="http://schemas.openxmlformats.org/drawingml/2006/main">
            <a:off x="609600" y="301942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02</a:t>
            </a:r>
          </a:p>
        </p:txBody>
      </p:sp>
      <p:sp>
        <p:nvSpPr>
          <p:cNvPr id="9" name="text-8">
            <a:extLst xmlns:a="http://schemas.openxmlformats.org/drawingml/2006/main">
              <a:ext uri="{FF2B5EF4-FFF2-40B4-BE49-F238E27FC236}">
                <a16:creationId xmlns:a16="http://schemas.microsoft.com/office/drawing/2014/main" id="{01213AAF-DB4A-4190-8B93-26F283E32534}"/>
              </a:ext>
            </a:extLst>
          </p:cNvPr>
          <p:cNvSpPr>
            <a:spLocks xmlns:a="http://schemas.openxmlformats.org/drawingml/2006/main" noGrp="1"/>
          </p:cNvSpPr>
          <p:nvPr/>
        </p:nvSpPr>
        <p:spPr>
          <a:xfrm xmlns:a="http://schemas.openxmlformats.org/drawingml/2006/main">
            <a:off x="1466850" y="3019425"/>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Bangun isi</a:t>
            </a:r>
          </a:p>
        </p:txBody>
      </p:sp>
      <p:sp>
        <p:nvSpPr>
          <p:cNvPr id="10" name="text-9">
            <a:extLst xmlns:a="http://schemas.openxmlformats.org/drawingml/2006/main">
              <a:ext uri="{FF2B5EF4-FFF2-40B4-BE49-F238E27FC236}">
                <a16:creationId xmlns:a16="http://schemas.microsoft.com/office/drawing/2014/main" id="{87A145DA-78A6-402D-9CCD-7E2955813477}"/>
              </a:ext>
            </a:extLst>
          </p:cNvPr>
          <p:cNvSpPr>
            <a:spLocks xmlns:a="http://schemas.openxmlformats.org/drawingml/2006/main" noGrp="1"/>
          </p:cNvSpPr>
          <p:nvPr/>
        </p:nvSpPr>
        <p:spPr>
          <a:xfrm xmlns:a="http://schemas.openxmlformats.org/drawingml/2006/main">
            <a:off x="1466850" y="3409950"/>
            <a:ext cx="99631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Atur ikon, judul, teks, serta prioritas yang sesuai.</a:t>
            </a:r>
          </a:p>
        </p:txBody>
      </p:sp>
      <p:sp>
        <p:nvSpPr>
          <p:cNvPr id="11" name="text-10">
            <a:extLst xmlns:a="http://schemas.openxmlformats.org/drawingml/2006/main">
              <a:ext uri="{FF2B5EF4-FFF2-40B4-BE49-F238E27FC236}">
                <a16:creationId xmlns:a16="http://schemas.microsoft.com/office/drawing/2014/main" id="{99707273-29FC-4C68-9D5F-ACCBC7960017}"/>
              </a:ext>
            </a:extLst>
          </p:cNvPr>
          <p:cNvSpPr>
            <a:spLocks xmlns:a="http://schemas.openxmlformats.org/drawingml/2006/main" noGrp="1"/>
          </p:cNvSpPr>
          <p:nvPr/>
        </p:nvSpPr>
        <p:spPr>
          <a:xfrm xmlns:a="http://schemas.openxmlformats.org/drawingml/2006/main">
            <a:off x="609600" y="399097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03</a:t>
            </a:r>
          </a:p>
        </p:txBody>
      </p:sp>
      <p:sp>
        <p:nvSpPr>
          <p:cNvPr id="12" name="text-11">
            <a:extLst xmlns:a="http://schemas.openxmlformats.org/drawingml/2006/main">
              <a:ext uri="{FF2B5EF4-FFF2-40B4-BE49-F238E27FC236}">
                <a16:creationId xmlns:a16="http://schemas.microsoft.com/office/drawing/2014/main" id="{82EF0DC7-B4F4-40C0-A4CC-3360DFBF750F}"/>
              </a:ext>
            </a:extLst>
          </p:cNvPr>
          <p:cNvSpPr>
            <a:spLocks xmlns:a="http://schemas.openxmlformats.org/drawingml/2006/main" noGrp="1"/>
          </p:cNvSpPr>
          <p:nvPr/>
        </p:nvSpPr>
        <p:spPr>
          <a:xfrm xmlns:a="http://schemas.openxmlformats.org/drawingml/2006/main">
            <a:off x="1466850" y="3990975"/>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Hubungkan aksi</a:t>
            </a:r>
          </a:p>
        </p:txBody>
      </p:sp>
      <p:sp>
        <p:nvSpPr>
          <p:cNvPr id="13" name="text-12">
            <a:extLst xmlns:a="http://schemas.openxmlformats.org/drawingml/2006/main">
              <a:ext uri="{FF2B5EF4-FFF2-40B4-BE49-F238E27FC236}">
                <a16:creationId xmlns:a16="http://schemas.microsoft.com/office/drawing/2014/main" id="{39923B99-8559-42A1-80FF-91AD183CCE31}"/>
              </a:ext>
            </a:extLst>
          </p:cNvPr>
          <p:cNvSpPr>
            <a:spLocks xmlns:a="http://schemas.openxmlformats.org/drawingml/2006/main" noGrp="1"/>
          </p:cNvSpPr>
          <p:nvPr/>
        </p:nvSpPr>
        <p:spPr>
          <a:xfrm xmlns:a="http://schemas.openxmlformats.org/drawingml/2006/main">
            <a:off x="1466850" y="4381500"/>
            <a:ext cx="99631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PendingIntent membuka Activity saat notifikasi ditekan.</a:t>
            </a:r>
          </a:p>
        </p:txBody>
      </p:sp>
      <p:sp>
        <p:nvSpPr>
          <p:cNvPr id="14" name="text-13">
            <a:extLst xmlns:a="http://schemas.openxmlformats.org/drawingml/2006/main">
              <a:ext uri="{FF2B5EF4-FFF2-40B4-BE49-F238E27FC236}">
                <a16:creationId xmlns:a16="http://schemas.microsoft.com/office/drawing/2014/main" id="{FCD8C86A-0834-48EE-AF73-929B54B234B2}"/>
              </a:ext>
            </a:extLst>
          </p:cNvPr>
          <p:cNvSpPr>
            <a:spLocks xmlns:a="http://schemas.openxmlformats.org/drawingml/2006/main" noGrp="1"/>
          </p:cNvSpPr>
          <p:nvPr/>
        </p:nvSpPr>
        <p:spPr>
          <a:xfrm xmlns:a="http://schemas.openxmlformats.org/drawingml/2006/main">
            <a:off x="609600" y="496252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04</a:t>
            </a:r>
          </a:p>
        </p:txBody>
      </p:sp>
      <p:sp>
        <p:nvSpPr>
          <p:cNvPr id="15" name="text-14">
            <a:extLst xmlns:a="http://schemas.openxmlformats.org/drawingml/2006/main">
              <a:ext uri="{FF2B5EF4-FFF2-40B4-BE49-F238E27FC236}">
                <a16:creationId xmlns:a16="http://schemas.microsoft.com/office/drawing/2014/main" id="{E7CF88C9-5D95-4506-9A27-92E126058477}"/>
              </a:ext>
            </a:extLst>
          </p:cNvPr>
          <p:cNvSpPr>
            <a:spLocks xmlns:a="http://schemas.openxmlformats.org/drawingml/2006/main" noGrp="1"/>
          </p:cNvSpPr>
          <p:nvPr/>
        </p:nvSpPr>
        <p:spPr>
          <a:xfrm xmlns:a="http://schemas.openxmlformats.org/drawingml/2006/main">
            <a:off x="1466850" y="4962525"/>
            <a:ext cx="9963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Tampilkan dan kelola</a:t>
            </a:r>
          </a:p>
        </p:txBody>
      </p:sp>
      <p:sp>
        <p:nvSpPr>
          <p:cNvPr id="16" name="text-15">
            <a:extLst xmlns:a="http://schemas.openxmlformats.org/drawingml/2006/main">
              <a:ext uri="{FF2B5EF4-FFF2-40B4-BE49-F238E27FC236}">
                <a16:creationId xmlns:a16="http://schemas.microsoft.com/office/drawing/2014/main" id="{5334C653-A9D2-4A49-A6FF-D65C3B35D663}"/>
              </a:ext>
            </a:extLst>
          </p:cNvPr>
          <p:cNvSpPr>
            <a:spLocks xmlns:a="http://schemas.openxmlformats.org/drawingml/2006/main" noGrp="1"/>
          </p:cNvSpPr>
          <p:nvPr/>
        </p:nvSpPr>
        <p:spPr>
          <a:xfrm xmlns:a="http://schemas.openxmlformats.org/drawingml/2006/main">
            <a:off x="1466850" y="5353050"/>
            <a:ext cx="99631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notify() menampilkan pesan. ID dipakai untuk pembaruan atau pembatalan.</a:t>
            </a:r>
          </a:p>
        </p:txBody>
      </p:sp>
    </p:spTree>
    <p:extLst>
      <p:ext uri="{BB962C8B-B14F-4D97-AF65-F5344CB8AC3E}">
        <p14:creationId xmlns:p14="http://schemas.microsoft.com/office/powerpoint/2010/main" val="930935786"/>
      </p:ext>
    </p:extLst>
  </p:cSld>
</p:sld>
</file>

<file path=ppt/slides/slide2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96E838F-5B36-4698-B01D-CA7ED4B54654}"/>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05 / PENYIMPANAN DATA</a:t>
            </a:r>
          </a:p>
        </p:txBody>
      </p:sp>
      <p:sp>
        <p:nvSpPr>
          <p:cNvPr id="2" name="slide-title">
            <a:extLst xmlns:a="http://schemas.openxmlformats.org/drawingml/2006/main">
              <a:ext uri="{FF2B5EF4-FFF2-40B4-BE49-F238E27FC236}">
                <a16:creationId xmlns:a16="http://schemas.microsoft.com/office/drawing/2014/main" id="{FF9073C8-8C00-4D60-A92B-E578E0E10E0D}"/>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Pilihan penyimpanan di Android</a:t>
            </a:r>
          </a:p>
        </p:txBody>
      </p:sp>
      <p:sp>
        <p:nvSpPr>
          <p:cNvPr id="3" name="text-2">
            <a:extLst xmlns:a="http://schemas.openxmlformats.org/drawingml/2006/main">
              <a:ext uri="{FF2B5EF4-FFF2-40B4-BE49-F238E27FC236}">
                <a16:creationId xmlns:a16="http://schemas.microsoft.com/office/drawing/2014/main" id="{47E6C5AC-9330-40F5-A1DC-5B1A31C4CEB5}"/>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5, hlm. PDF 4–6</a:t>
            </a:r>
          </a:p>
        </p:txBody>
      </p:sp>
      <p:sp>
        <p:nvSpPr>
          <p:cNvPr id="4" name="text-3">
            <a:extLst xmlns:a="http://schemas.openxmlformats.org/drawingml/2006/main">
              <a:ext uri="{FF2B5EF4-FFF2-40B4-BE49-F238E27FC236}">
                <a16:creationId xmlns:a16="http://schemas.microsoft.com/office/drawing/2014/main" id="{33E5B3FE-B6B0-45C5-91F9-82E91DB21965}"/>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21</a:t>
            </a:r>
          </a:p>
        </p:txBody>
      </p:sp>
      <p:graphicFrame>
        <p:nvGraphicFramePr>
          <p:cNvPr id="5" name="">
            <a:extLst xmlns:a="http://schemas.openxmlformats.org/drawingml/2006/main">
              <a:ext uri="{FF2B5EF4-FFF2-40B4-BE49-F238E27FC236}">
                <a16:creationId xmlns:a16="http://schemas.microsoft.com/office/drawing/2014/main" id="{972A346F-F36E-4283-8F42-A49E60183875}"/>
              </a:ext>
            </a:extLst>
          </p:cNvPr>
          <p:cNvGraphicFramePr/>
          <p:nvPr/>
        </p:nvGraphicFramePr>
        <p:xfrm>
          <a:off xmlns:a="http://schemas.openxmlformats.org/drawingml/2006/main" x="609600" y="1924050"/>
          <a:ext xmlns:a="http://schemas.openxmlformats.org/drawingml/2006/main" cx="10972800" cy="4191000"/>
        </p:xfrm>
        <a:graphic xmlns:a="http://schemas.openxmlformats.org/drawingml/2006/main">
          <a:graphicData uri="http://schemas.openxmlformats.org/drawingml/2006/table">
            <a:tbl>
              <a:tblPr/>
              <a:tblGrid>
                <a:gridCol w="3619500"/>
                <a:gridCol w="7353300"/>
              </a:tblGrid>
              <a:tr h="533400">
                <a:tc>
                  <a:txBody>
                    <a:bodyPr lIns="95250" tIns="95250" rIns="95250" bIns="95250">
                      <a:noAutofit/>
                    </a:bodyPr>
                    <a:lstStyle/>
                    <a:p>
                      <a:r>
                        <a:rPr sz="1725" b="1">
                          <a:solidFill>
                            <a:srgbClr val="071C2B"/>
                          </a:solidFill>
                          <a:latin typeface="DejaVu Sans"/>
                          <a:ea typeface="DejaVu Sans"/>
                          <a:cs typeface="DejaVu Sans"/>
                        </a:rPr>
                        <a:t>Pilihan</a:t>
                      </a:r>
                    </a:p>
                  </a:txBody>
                  <a:tcPr marL="91440" marR="91440" marT="45720" marB="45720" anchor="ctr">
                    <a:lnL w="7144">
                      <a:solidFill>
                        <a:srgbClr val="3F5962"/>
                      </a:solidFill>
                      <a:prstDash val="solid"/>
                    </a:lnL>
                    <a:lnR w="7144">
                      <a:solidFill>
                        <a:srgbClr val="3F5962"/>
                      </a:solidFill>
                      <a:prstDash val="solid"/>
                    </a:lnR>
                    <a:lnT w="7144">
                      <a:solidFill>
                        <a:srgbClr val="3F5962"/>
                      </a:solidFill>
                      <a:prstDash val="solid"/>
                    </a:lnT>
                    <a:lnB w="7144">
                      <a:solidFill>
                        <a:srgbClr val="3F5962"/>
                      </a:solidFill>
                      <a:prstDash val="solid"/>
                    </a:lnB>
                    <a:solidFill>
                      <a:srgbClr val="7DE2BA"/>
                    </a:solidFill>
                  </a:tcPr>
                </a:tc>
                <a:tc>
                  <a:txBody>
                    <a:bodyPr lIns="95250" tIns="95250" rIns="95250" bIns="95250">
                      <a:noAutofit/>
                    </a:bodyPr>
                    <a:lstStyle/>
                    <a:p>
                      <a:r>
                        <a:rPr sz="1725" b="1">
                          <a:solidFill>
                            <a:srgbClr val="071C2B"/>
                          </a:solidFill>
                          <a:latin typeface="DejaVu Sans"/>
                          <a:ea typeface="DejaVu Sans"/>
                          <a:cs typeface="DejaVu Sans"/>
                        </a:rPr>
                        <a:t>Jenis kebutuhan</a:t>
                      </a:r>
                    </a:p>
                  </a:txBody>
                  <a:tcPr marL="91440" marR="91440" marT="45720" marB="45720" anchor="ctr">
                    <a:lnR w="7144">
                      <a:solidFill>
                        <a:srgbClr val="3F5962"/>
                      </a:solidFill>
                      <a:prstDash val="solid"/>
                    </a:lnR>
                    <a:lnT w="7144">
                      <a:solidFill>
                        <a:srgbClr val="3F5962"/>
                      </a:solidFill>
                      <a:prstDash val="solid"/>
                    </a:lnT>
                    <a:lnB w="7144">
                      <a:solidFill>
                        <a:srgbClr val="3F5962"/>
                      </a:solidFill>
                      <a:prstDash val="solid"/>
                    </a:lnB>
                    <a:solidFill>
                      <a:srgbClr val="7DE2BA"/>
                    </a:solidFill>
                  </a:tcPr>
                </a:tc>
              </a:tr>
              <a:tr h="609600">
                <a:tc>
                  <a:txBody>
                    <a:bodyPr lIns="95250" tIns="95250" rIns="95250" bIns="95250">
                      <a:noAutofit/>
                    </a:bodyPr>
                    <a:lstStyle/>
                    <a:p>
                      <a:r>
                        <a:rPr sz="1725" b="1">
                          <a:solidFill>
                            <a:srgbClr val="FFFFFF"/>
                          </a:solidFill>
                          <a:latin typeface="DejaVu Sans"/>
                          <a:ea typeface="DejaVu Sans"/>
                          <a:cs typeface="DejaVu Sans"/>
                        </a:rPr>
                        <a:t>SharedPreferences</a:t>
                      </a:r>
                    </a:p>
                  </a:txBody>
                  <a:tcPr marL="91440" marR="91440" marT="45720" marB="45720" anchor="ctr">
                    <a:lnL w="7144">
                      <a:solidFill>
                        <a:srgbClr val="3F5962"/>
                      </a:solidFill>
                      <a:prstDash val="solid"/>
                    </a:lnL>
                    <a:lnR w="7144">
                      <a:solidFill>
                        <a:srgbClr val="3F5962"/>
                      </a:solidFill>
                      <a:prstDash val="solid"/>
                    </a:lnR>
                    <a:lnB w="7144">
                      <a:solidFill>
                        <a:srgbClr val="3F5962"/>
                      </a:solidFill>
                      <a:prstDash val="solid"/>
                    </a:lnB>
                    <a:solidFill>
                      <a:srgbClr val="123443"/>
                    </a:solidFill>
                  </a:tcPr>
                </a:tc>
                <a:tc>
                  <a:txBody>
                    <a:bodyPr lIns="95250" tIns="95250" rIns="95250" bIns="95250">
                      <a:noAutofit/>
                    </a:bodyPr>
                    <a:lstStyle/>
                    <a:p>
                      <a:r>
                        <a:rPr sz="1725" b="0">
                          <a:solidFill>
                            <a:srgbClr val="FFFFFF"/>
                          </a:solidFill>
                          <a:latin typeface="DejaVu Sans"/>
                          <a:ea typeface="DejaVu Sans"/>
                          <a:cs typeface="DejaVu Sans"/>
                        </a:rPr>
                        <a:t>Nilai sederhana dalam pasangan key-value</a:t>
                      </a:r>
                    </a:p>
                  </a:txBody>
                  <a:tcPr marL="91440" marR="91440" marT="45720" marB="45720" anchor="ctr">
                    <a:lnR w="7144">
                      <a:solidFill>
                        <a:srgbClr val="3F5962"/>
                      </a:solidFill>
                      <a:prstDash val="solid"/>
                    </a:lnR>
                    <a:lnB w="7144">
                      <a:solidFill>
                        <a:srgbClr val="3F5962"/>
                      </a:solidFill>
                      <a:prstDash val="solid"/>
                    </a:lnB>
                    <a:solidFill>
                      <a:srgbClr val="123443"/>
                    </a:solidFill>
                  </a:tcPr>
                </a:tc>
              </a:tr>
              <a:tr h="609600">
                <a:tc>
                  <a:txBody>
                    <a:bodyPr lIns="95250" tIns="95250" rIns="95250" bIns="95250">
                      <a:noAutofit/>
                    </a:bodyPr>
                    <a:lstStyle/>
                    <a:p>
                      <a:r>
                        <a:rPr sz="1725" b="1">
                          <a:solidFill>
                            <a:srgbClr val="FFFFFF"/>
                          </a:solidFill>
                          <a:latin typeface="DejaVu Sans"/>
                          <a:ea typeface="DejaVu Sans"/>
                          <a:cs typeface="DejaVu Sans"/>
                        </a:rPr>
                        <a:t>Internal storage</a:t>
                      </a:r>
                    </a:p>
                  </a:txBody>
                  <a:tcPr marL="91440" marR="91440" marT="45720" marB="45720" anchor="ctr">
                    <a:lnL w="7144">
                      <a:solidFill>
                        <a:srgbClr val="3F5962"/>
                      </a:solidFill>
                      <a:prstDash val="solid"/>
                    </a:lnL>
                    <a:lnR w="7144">
                      <a:solidFill>
                        <a:srgbClr val="3F5962"/>
                      </a:solidFill>
                      <a:prstDash val="solid"/>
                    </a:lnR>
                    <a:lnB w="7144">
                      <a:solidFill>
                        <a:srgbClr val="3F5962"/>
                      </a:solidFill>
                      <a:prstDash val="solid"/>
                    </a:lnB>
                    <a:solidFill>
                      <a:srgbClr val="123443"/>
                    </a:solidFill>
                  </a:tcPr>
                </a:tc>
                <a:tc>
                  <a:txBody>
                    <a:bodyPr lIns="95250" tIns="95250" rIns="95250" bIns="95250">
                      <a:noAutofit/>
                    </a:bodyPr>
                    <a:lstStyle/>
                    <a:p>
                      <a:r>
                        <a:rPr sz="1725" b="0">
                          <a:solidFill>
                            <a:srgbClr val="FFFFFF"/>
                          </a:solidFill>
                          <a:latin typeface="DejaVu Sans"/>
                          <a:ea typeface="DejaVu Sans"/>
                          <a:cs typeface="DejaVu Sans"/>
                        </a:rPr>
                        <a:t>File privat milik aplikasi</a:t>
                      </a:r>
                    </a:p>
                  </a:txBody>
                  <a:tcPr marL="91440" marR="91440" marT="45720" marB="45720" anchor="ctr">
                    <a:lnR w="7144">
                      <a:solidFill>
                        <a:srgbClr val="3F5962"/>
                      </a:solidFill>
                      <a:prstDash val="solid"/>
                    </a:lnR>
                    <a:lnB w="7144">
                      <a:solidFill>
                        <a:srgbClr val="3F5962"/>
                      </a:solidFill>
                      <a:prstDash val="solid"/>
                    </a:lnB>
                    <a:solidFill>
                      <a:srgbClr val="123443"/>
                    </a:solidFill>
                  </a:tcPr>
                </a:tc>
              </a:tr>
              <a:tr h="609600">
                <a:tc>
                  <a:txBody>
                    <a:bodyPr lIns="95250" tIns="95250" rIns="95250" bIns="95250">
                      <a:noAutofit/>
                    </a:bodyPr>
                    <a:lstStyle/>
                    <a:p>
                      <a:r>
                        <a:rPr sz="1725" b="1">
                          <a:solidFill>
                            <a:srgbClr val="FFFFFF"/>
                          </a:solidFill>
                          <a:latin typeface="DejaVu Sans"/>
                          <a:ea typeface="DejaVu Sans"/>
                          <a:cs typeface="DejaVu Sans"/>
                        </a:rPr>
                        <a:t>External storage</a:t>
                      </a:r>
                    </a:p>
                  </a:txBody>
                  <a:tcPr marL="91440" marR="91440" marT="45720" marB="45720" anchor="ctr">
                    <a:lnL w="7144">
                      <a:solidFill>
                        <a:srgbClr val="3F5962"/>
                      </a:solidFill>
                      <a:prstDash val="solid"/>
                    </a:lnL>
                    <a:lnR w="7144">
                      <a:solidFill>
                        <a:srgbClr val="3F5962"/>
                      </a:solidFill>
                      <a:prstDash val="solid"/>
                    </a:lnR>
                    <a:lnB w="7144">
                      <a:solidFill>
                        <a:srgbClr val="3F5962"/>
                      </a:solidFill>
                      <a:prstDash val="solid"/>
                    </a:lnB>
                    <a:solidFill>
                      <a:srgbClr val="123443"/>
                    </a:solidFill>
                  </a:tcPr>
                </a:tc>
                <a:tc>
                  <a:txBody>
                    <a:bodyPr lIns="95250" tIns="95250" rIns="95250" bIns="95250">
                      <a:noAutofit/>
                    </a:bodyPr>
                    <a:lstStyle/>
                    <a:p>
                      <a:r>
                        <a:rPr sz="1725" b="0">
                          <a:solidFill>
                            <a:srgbClr val="FFFFFF"/>
                          </a:solidFill>
                          <a:latin typeface="DejaVu Sans"/>
                          <a:ea typeface="DejaVu Sans"/>
                          <a:cs typeface="DejaVu Sans"/>
                        </a:rPr>
                        <a:t>File pada area eksternal / bersama, sesuai izin</a:t>
                      </a:r>
                    </a:p>
                  </a:txBody>
                  <a:tcPr marL="91440" marR="91440" marT="45720" marB="45720" anchor="ctr">
                    <a:lnR w="7144">
                      <a:solidFill>
                        <a:srgbClr val="3F5962"/>
                      </a:solidFill>
                      <a:prstDash val="solid"/>
                    </a:lnR>
                    <a:lnB w="7144">
                      <a:solidFill>
                        <a:srgbClr val="3F5962"/>
                      </a:solidFill>
                      <a:prstDash val="solid"/>
                    </a:lnB>
                    <a:solidFill>
                      <a:srgbClr val="123443"/>
                    </a:solidFill>
                  </a:tcPr>
                </a:tc>
              </a:tr>
              <a:tr h="609600">
                <a:tc>
                  <a:txBody>
                    <a:bodyPr lIns="95250" tIns="95250" rIns="95250" bIns="95250">
                      <a:noAutofit/>
                    </a:bodyPr>
                    <a:lstStyle/>
                    <a:p>
                      <a:r>
                        <a:rPr sz="1725" b="1">
                          <a:solidFill>
                            <a:srgbClr val="FFFFFF"/>
                          </a:solidFill>
                          <a:latin typeface="DejaVu Sans"/>
                          <a:ea typeface="DejaVu Sans"/>
                          <a:cs typeface="DejaVu Sans"/>
                        </a:rPr>
                        <a:t>SQLite</a:t>
                      </a:r>
                    </a:p>
                  </a:txBody>
                  <a:tcPr marL="91440" marR="91440" marT="45720" marB="45720" anchor="ctr">
                    <a:lnL w="7144">
                      <a:solidFill>
                        <a:srgbClr val="3F5962"/>
                      </a:solidFill>
                      <a:prstDash val="solid"/>
                    </a:lnL>
                    <a:lnR w="7144">
                      <a:solidFill>
                        <a:srgbClr val="3F5962"/>
                      </a:solidFill>
                      <a:prstDash val="solid"/>
                    </a:lnR>
                    <a:lnB w="7144">
                      <a:solidFill>
                        <a:srgbClr val="3F5962"/>
                      </a:solidFill>
                      <a:prstDash val="solid"/>
                    </a:lnB>
                    <a:solidFill>
                      <a:srgbClr val="123443"/>
                    </a:solidFill>
                  </a:tcPr>
                </a:tc>
                <a:tc>
                  <a:txBody>
                    <a:bodyPr lIns="95250" tIns="95250" rIns="95250" bIns="95250">
                      <a:noAutofit/>
                    </a:bodyPr>
                    <a:lstStyle/>
                    <a:p>
                      <a:r>
                        <a:rPr sz="1725" b="0">
                          <a:solidFill>
                            <a:srgbClr val="FFFFFF"/>
                          </a:solidFill>
                          <a:latin typeface="DejaVu Sans"/>
                          <a:ea typeface="DejaVu Sans"/>
                          <a:cs typeface="DejaVu Sans"/>
                        </a:rPr>
                        <a:t>Data lokal terstruktur dalam tabel</a:t>
                      </a:r>
                    </a:p>
                  </a:txBody>
                  <a:tcPr marL="91440" marR="91440" marT="45720" marB="45720" anchor="ctr">
                    <a:lnR w="7144">
                      <a:solidFill>
                        <a:srgbClr val="3F5962"/>
                      </a:solidFill>
                      <a:prstDash val="solid"/>
                    </a:lnR>
                    <a:lnB w="7144">
                      <a:solidFill>
                        <a:srgbClr val="3F5962"/>
                      </a:solidFill>
                      <a:prstDash val="solid"/>
                    </a:lnB>
                    <a:solidFill>
                      <a:srgbClr val="123443"/>
                    </a:solidFill>
                  </a:tcPr>
                </a:tc>
              </a:tr>
              <a:tr h="609600">
                <a:tc>
                  <a:txBody>
                    <a:bodyPr lIns="95250" tIns="95250" rIns="95250" bIns="95250">
                      <a:noAutofit/>
                    </a:bodyPr>
                    <a:lstStyle/>
                    <a:p>
                      <a:r>
                        <a:rPr sz="1725" b="1">
                          <a:solidFill>
                            <a:srgbClr val="FFFFFF"/>
                          </a:solidFill>
                          <a:latin typeface="DejaVu Sans"/>
                          <a:ea typeface="DejaVu Sans"/>
                          <a:cs typeface="DejaVu Sans"/>
                        </a:rPr>
                        <a:t>Content Provider</a:t>
                      </a:r>
                    </a:p>
                  </a:txBody>
                  <a:tcPr marL="91440" marR="91440" marT="45720" marB="45720" anchor="ctr">
                    <a:lnL w="7144">
                      <a:solidFill>
                        <a:srgbClr val="3F5962"/>
                      </a:solidFill>
                      <a:prstDash val="solid"/>
                    </a:lnL>
                    <a:lnR w="7144">
                      <a:solidFill>
                        <a:srgbClr val="3F5962"/>
                      </a:solidFill>
                      <a:prstDash val="solid"/>
                    </a:lnR>
                    <a:lnB w="7144">
                      <a:solidFill>
                        <a:srgbClr val="3F5962"/>
                      </a:solidFill>
                      <a:prstDash val="solid"/>
                    </a:lnB>
                    <a:solidFill>
                      <a:srgbClr val="123443"/>
                    </a:solidFill>
                  </a:tcPr>
                </a:tc>
                <a:tc>
                  <a:txBody>
                    <a:bodyPr lIns="95250" tIns="95250" rIns="95250" bIns="95250">
                      <a:noAutofit/>
                    </a:bodyPr>
                    <a:lstStyle/>
                    <a:p>
                      <a:r>
                        <a:rPr sz="1725" b="0">
                          <a:solidFill>
                            <a:srgbClr val="FFFFFF"/>
                          </a:solidFill>
                          <a:latin typeface="DejaVu Sans"/>
                          <a:ea typeface="DejaVu Sans"/>
                          <a:cs typeface="DejaVu Sans"/>
                        </a:rPr>
                        <a:t>Akses dan berbagi data melalui antarmuka provider</a:t>
                      </a:r>
                    </a:p>
                  </a:txBody>
                  <a:tcPr marL="91440" marR="91440" marT="45720" marB="45720" anchor="ctr">
                    <a:lnR w="7144">
                      <a:solidFill>
                        <a:srgbClr val="3F5962"/>
                      </a:solidFill>
                      <a:prstDash val="solid"/>
                    </a:lnR>
                    <a:lnB w="7144">
                      <a:solidFill>
                        <a:srgbClr val="3F5962"/>
                      </a:solidFill>
                      <a:prstDash val="solid"/>
                    </a:lnB>
                    <a:solidFill>
                      <a:srgbClr val="123443"/>
                    </a:solidFill>
                  </a:tcPr>
                </a:tc>
              </a:tr>
              <a:tr h="609600">
                <a:tc>
                  <a:txBody>
                    <a:bodyPr lIns="95250" tIns="95250" rIns="95250" bIns="95250">
                      <a:noAutofit/>
                    </a:bodyPr>
                    <a:lstStyle/>
                    <a:p>
                      <a:r>
                        <a:rPr sz="1725" b="1">
                          <a:solidFill>
                            <a:srgbClr val="FFFFFF"/>
                          </a:solidFill>
                          <a:latin typeface="DejaVu Sans"/>
                          <a:ea typeface="DejaVu Sans"/>
                          <a:cs typeface="DejaVu Sans"/>
                        </a:rPr>
                        <a:t>Server / Firebase</a:t>
                      </a:r>
                    </a:p>
                  </a:txBody>
                  <a:tcPr marL="91440" marR="91440" marT="45720" marB="45720" anchor="ctr">
                    <a:lnL w="7144">
                      <a:solidFill>
                        <a:srgbClr val="3F5962"/>
                      </a:solidFill>
                      <a:prstDash val="solid"/>
                    </a:lnL>
                    <a:lnR w="7144">
                      <a:solidFill>
                        <a:srgbClr val="3F5962"/>
                      </a:solidFill>
                      <a:prstDash val="solid"/>
                    </a:lnR>
                    <a:lnB w="7144">
                      <a:solidFill>
                        <a:srgbClr val="3F5962"/>
                      </a:solidFill>
                      <a:prstDash val="solid"/>
                    </a:lnB>
                    <a:solidFill>
                      <a:srgbClr val="123443"/>
                    </a:solidFill>
                  </a:tcPr>
                </a:tc>
                <a:tc>
                  <a:txBody>
                    <a:bodyPr lIns="95250" tIns="95250" rIns="95250" bIns="95250">
                      <a:noAutofit/>
                    </a:bodyPr>
                    <a:lstStyle/>
                    <a:p>
                      <a:r>
                        <a:rPr sz="1725" b="0">
                          <a:solidFill>
                            <a:srgbClr val="FFFFFF"/>
                          </a:solidFill>
                          <a:latin typeface="DejaVu Sans"/>
                          <a:ea typeface="DejaVu Sans"/>
                          <a:cs typeface="DejaVu Sans"/>
                        </a:rPr>
                        <a:t>Data di luar perangkat dan kebutuhan sinkronisasi</a:t>
                      </a:r>
                    </a:p>
                  </a:txBody>
                  <a:tcPr marL="91440" marR="91440" marT="45720" marB="45720" anchor="ctr">
                    <a:lnR w="7144">
                      <a:solidFill>
                        <a:srgbClr val="3F5962"/>
                      </a:solidFill>
                      <a:prstDash val="solid"/>
                    </a:lnR>
                    <a:lnB w="7144">
                      <a:solidFill>
                        <a:srgbClr val="3F5962"/>
                      </a:solidFill>
                      <a:prstDash val="solid"/>
                    </a:lnB>
                    <a:solidFill>
                      <a:srgbClr val="123443"/>
                    </a:solidFill>
                  </a:tcPr>
                </a:tc>
              </a:tr>
            </a:tbl>
          </a:graphicData>
        </a:graphic>
      </p:graphicFrame>
    </p:spTree>
    <p:extLst>
      <p:ext uri="{BB962C8B-B14F-4D97-AF65-F5344CB8AC3E}">
        <p14:creationId xmlns:p14="http://schemas.microsoft.com/office/powerpoint/2010/main" val="1520540501"/>
      </p:ext>
    </p:extLst>
  </p:cSld>
</p:sld>
</file>

<file path=ppt/slides/slide2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3" name="text-0">
            <a:extLst xmlns:a="http://schemas.openxmlformats.org/drawingml/2006/main">
              <a:ext uri="{FF2B5EF4-FFF2-40B4-BE49-F238E27FC236}">
                <a16:creationId xmlns:a16="http://schemas.microsoft.com/office/drawing/2014/main" id="{1CE564FD-D3B1-4FB3-9D22-0505B1F31A3F}"/>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05 / PENYIMPANAN DATA</a:t>
            </a:r>
          </a:p>
        </p:txBody>
      </p:sp>
      <p:sp>
        <p:nvSpPr>
          <p:cNvPr id="2" name="slide-title">
            <a:extLst xmlns:a="http://schemas.openxmlformats.org/drawingml/2006/main">
              <a:ext uri="{FF2B5EF4-FFF2-40B4-BE49-F238E27FC236}">
                <a16:creationId xmlns:a16="http://schemas.microsoft.com/office/drawing/2014/main" id="{50F1C014-6DB5-449C-B182-7B0D70770E86}"/>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Preferensi dan keadaan layar</a:t>
            </a:r>
          </a:p>
        </p:txBody>
      </p:sp>
      <p:sp>
        <p:nvSpPr>
          <p:cNvPr id="3" name="text-2">
            <a:extLst xmlns:a="http://schemas.openxmlformats.org/drawingml/2006/main">
              <a:ext uri="{FF2B5EF4-FFF2-40B4-BE49-F238E27FC236}">
                <a16:creationId xmlns:a16="http://schemas.microsoft.com/office/drawing/2014/main" id="{53C12AA9-34C8-4F8F-A6A7-AB1BCE4C6845}"/>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5, hlm. PDF 6–9</a:t>
            </a:r>
          </a:p>
        </p:txBody>
      </p:sp>
      <p:sp>
        <p:nvSpPr>
          <p:cNvPr id="4" name="text-3">
            <a:extLst xmlns:a="http://schemas.openxmlformats.org/drawingml/2006/main">
              <a:ext uri="{FF2B5EF4-FFF2-40B4-BE49-F238E27FC236}">
                <a16:creationId xmlns:a16="http://schemas.microsoft.com/office/drawing/2014/main" id="{FAB5727F-A8AE-4E93-BBBA-458992787557}"/>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22</a:t>
            </a:r>
          </a:p>
        </p:txBody>
      </p:sp>
      <p:sp>
        <p:nvSpPr>
          <p:cNvPr id="5" name="text-4">
            <a:extLst xmlns:a="http://schemas.openxmlformats.org/drawingml/2006/main">
              <a:ext uri="{FF2B5EF4-FFF2-40B4-BE49-F238E27FC236}">
                <a16:creationId xmlns:a16="http://schemas.microsoft.com/office/drawing/2014/main" id="{B3F2E8E2-2BEC-40DC-ABA6-B0ADEC853CEF}"/>
              </a:ext>
            </a:extLst>
          </p:cNvPr>
          <p:cNvSpPr>
            <a:spLocks xmlns:a="http://schemas.openxmlformats.org/drawingml/2006/main" noGrp="1"/>
          </p:cNvSpPr>
          <p:nvPr/>
        </p:nvSpPr>
        <p:spPr>
          <a:xfrm xmlns:a="http://schemas.openxmlformats.org/drawingml/2006/main">
            <a:off x="609600" y="2085975"/>
            <a:ext cx="504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47B61"/>
                </a:solidFill>
                <a:latin typeface="DejaVu Sans"/>
                <a:ea typeface="DejaVu Sans"/>
                <a:cs typeface="DejaVu Sans"/>
              </a:defRPr>
            </a:defPPr>
            <a:lvl1pPr>
              <a:defRPr sz="2400" b="1">
                <a:solidFill>
                  <a:srgbClr val="147B61"/>
                </a:solidFill>
                <a:latin typeface="DejaVu Sans"/>
                <a:ea typeface="DejaVu Sans"/>
                <a:cs typeface="DejaVu Sans"/>
              </a:defRPr>
            </a:lvl1pPr>
            <a:lvl2pPr>
              <a:defRPr sz="2400" b="1">
                <a:solidFill>
                  <a:srgbClr val="147B61"/>
                </a:solidFill>
                <a:latin typeface="DejaVu Sans"/>
                <a:ea typeface="DejaVu Sans"/>
                <a:cs typeface="DejaVu Sans"/>
              </a:defRPr>
            </a:lvl2pPr>
            <a:lvl3pPr>
              <a:defRPr sz="2400" b="1">
                <a:solidFill>
                  <a:srgbClr val="147B61"/>
                </a:solidFill>
                <a:latin typeface="DejaVu Sans"/>
                <a:ea typeface="DejaVu Sans"/>
                <a:cs typeface="DejaVu Sans"/>
              </a:defRPr>
            </a:lvl3pPr>
            <a:lvl4pPr>
              <a:defRPr sz="2400" b="1">
                <a:solidFill>
                  <a:srgbClr val="147B61"/>
                </a:solidFill>
                <a:latin typeface="DejaVu Sans"/>
                <a:ea typeface="DejaVu Sans"/>
                <a:cs typeface="DejaVu Sans"/>
              </a:defRPr>
            </a:lvl4pPr>
            <a:lvl5pPr>
              <a:defRPr sz="2400" b="1">
                <a:solidFill>
                  <a:srgbClr val="147B61"/>
                </a:solidFill>
                <a:latin typeface="DejaVu Sans"/>
                <a:ea typeface="DejaVu Sans"/>
                <a:cs typeface="DejaVu Sans"/>
              </a:defRPr>
            </a:lvl5pPr>
            <a:lvl6pPr>
              <a:defRPr sz="2400" b="1">
                <a:solidFill>
                  <a:srgbClr val="147B61"/>
                </a:solidFill>
                <a:latin typeface="DejaVu Sans"/>
                <a:ea typeface="DejaVu Sans"/>
                <a:cs typeface="DejaVu Sans"/>
              </a:defRPr>
            </a:lvl6pPr>
            <a:lvl7pPr>
              <a:defRPr sz="2400" b="1">
                <a:solidFill>
                  <a:srgbClr val="147B61"/>
                </a:solidFill>
                <a:latin typeface="DejaVu Sans"/>
                <a:ea typeface="DejaVu Sans"/>
                <a:cs typeface="DejaVu Sans"/>
              </a:defRPr>
            </a:lvl7pPr>
            <a:lvl8pPr>
              <a:defRPr sz="2400" b="1">
                <a:solidFill>
                  <a:srgbClr val="147B61"/>
                </a:solidFill>
                <a:latin typeface="DejaVu Sans"/>
                <a:ea typeface="DejaVu Sans"/>
                <a:cs typeface="DejaVu Sans"/>
              </a:defRPr>
            </a:lvl8pPr>
            <a:lvl9pPr>
              <a:defRPr sz="2400" b="1">
                <a:solidFill>
                  <a:srgbClr val="147B61"/>
                </a:solidFill>
                <a:latin typeface="DejaVu Sans"/>
                <a:ea typeface="DejaVu Sans"/>
                <a:cs typeface="DejaVu Sans"/>
              </a:defRPr>
            </a:lvl9pPr>
          </a:lstStyle>
          <a:p xmlns:a="http://schemas.openxmlformats.org/drawingml/2006/main">
            <a:pPr>
              <a:defRPr sz="2400" b="1">
                <a:solidFill>
                  <a:srgbClr val="147B61"/>
                </a:solidFill>
                <a:latin typeface="DejaVu Sans"/>
                <a:ea typeface="DejaVu Sans"/>
                <a:cs typeface="DejaVu Sans"/>
              </a:defRPr>
            </a:pPr>
            <a:r>
              <a:rPr sz="2400" b="1">
                <a:solidFill>
                  <a:srgbClr val="147B61"/>
                </a:solidFill>
                <a:latin typeface="DejaVu Sans"/>
                <a:ea typeface="DejaVu Sans"/>
                <a:cs typeface="DejaVu Sans"/>
              </a:rPr>
              <a:t>SharedPreferences</a:t>
            </a:r>
          </a:p>
        </p:txBody>
      </p:sp>
      <p:sp>
        <p:nvSpPr>
          <p:cNvPr id="6" name="text-5">
            <a:extLst xmlns:a="http://schemas.openxmlformats.org/drawingml/2006/main">
              <a:ext uri="{FF2B5EF4-FFF2-40B4-BE49-F238E27FC236}">
                <a16:creationId xmlns:a16="http://schemas.microsoft.com/office/drawing/2014/main" id="{24456394-F89A-4EB9-86B9-11A69D0ABE45}"/>
              </a:ext>
            </a:extLst>
          </p:cNvPr>
          <p:cNvSpPr>
            <a:spLocks xmlns:a="http://schemas.openxmlformats.org/drawingml/2006/main" noGrp="1"/>
          </p:cNvSpPr>
          <p:nvPr/>
        </p:nvSpPr>
        <p:spPr>
          <a:xfrm xmlns:a="http://schemas.openxmlformats.org/drawingml/2006/main">
            <a:off x="609600" y="2552700"/>
            <a:ext cx="50482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02A38"/>
                </a:solidFill>
                <a:latin typeface="DejaVu Sans"/>
                <a:ea typeface="DejaVu Sans"/>
                <a:cs typeface="DejaVu Sans"/>
              </a:defRPr>
            </a:defPPr>
            <a:lvl1pPr>
              <a:defRPr sz="2175" b="0">
                <a:solidFill>
                  <a:srgbClr val="102A38"/>
                </a:solidFill>
                <a:latin typeface="DejaVu Sans"/>
                <a:ea typeface="DejaVu Sans"/>
                <a:cs typeface="DejaVu Sans"/>
              </a:defRPr>
            </a:lvl1pPr>
            <a:lvl2pPr>
              <a:defRPr sz="2175" b="0">
                <a:solidFill>
                  <a:srgbClr val="102A38"/>
                </a:solidFill>
                <a:latin typeface="DejaVu Sans"/>
                <a:ea typeface="DejaVu Sans"/>
                <a:cs typeface="DejaVu Sans"/>
              </a:defRPr>
            </a:lvl2pPr>
            <a:lvl3pPr>
              <a:defRPr sz="2175" b="0">
                <a:solidFill>
                  <a:srgbClr val="102A38"/>
                </a:solidFill>
                <a:latin typeface="DejaVu Sans"/>
                <a:ea typeface="DejaVu Sans"/>
                <a:cs typeface="DejaVu Sans"/>
              </a:defRPr>
            </a:lvl3pPr>
            <a:lvl4pPr>
              <a:defRPr sz="2175" b="0">
                <a:solidFill>
                  <a:srgbClr val="102A38"/>
                </a:solidFill>
                <a:latin typeface="DejaVu Sans"/>
                <a:ea typeface="DejaVu Sans"/>
                <a:cs typeface="DejaVu Sans"/>
              </a:defRPr>
            </a:lvl4pPr>
            <a:lvl5pPr>
              <a:defRPr sz="2175" b="0">
                <a:solidFill>
                  <a:srgbClr val="102A38"/>
                </a:solidFill>
                <a:latin typeface="DejaVu Sans"/>
                <a:ea typeface="DejaVu Sans"/>
                <a:cs typeface="DejaVu Sans"/>
              </a:defRPr>
            </a:lvl5pPr>
            <a:lvl6pPr>
              <a:defRPr sz="2175" b="0">
                <a:solidFill>
                  <a:srgbClr val="102A38"/>
                </a:solidFill>
                <a:latin typeface="DejaVu Sans"/>
                <a:ea typeface="DejaVu Sans"/>
                <a:cs typeface="DejaVu Sans"/>
              </a:defRPr>
            </a:lvl6pPr>
            <a:lvl7pPr>
              <a:defRPr sz="2175" b="0">
                <a:solidFill>
                  <a:srgbClr val="102A38"/>
                </a:solidFill>
                <a:latin typeface="DejaVu Sans"/>
                <a:ea typeface="DejaVu Sans"/>
                <a:cs typeface="DejaVu Sans"/>
              </a:defRPr>
            </a:lvl7pPr>
            <a:lvl8pPr>
              <a:defRPr sz="2175" b="0">
                <a:solidFill>
                  <a:srgbClr val="102A38"/>
                </a:solidFill>
                <a:latin typeface="DejaVu Sans"/>
                <a:ea typeface="DejaVu Sans"/>
                <a:cs typeface="DejaVu Sans"/>
              </a:defRPr>
            </a:lvl8pPr>
            <a:lvl9pPr>
              <a:defRPr sz="2175" b="0">
                <a:solidFill>
                  <a:srgbClr val="102A38"/>
                </a:solidFill>
                <a:latin typeface="DejaVu Sans"/>
                <a:ea typeface="DejaVu Sans"/>
                <a:cs typeface="DejaVu Sans"/>
              </a:defRPr>
            </a:lvl9pPr>
          </a:lstStyle>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Menyimpan nilai yang perlu diingat antarsesi penggunaan aplikasi.</a:t>
            </a:r>
          </a:p>
        </p:txBody>
      </p:sp>
      <p:sp>
        <p:nvSpPr>
          <p:cNvPr id="7" name="text-6">
            <a:extLst xmlns:a="http://schemas.openxmlformats.org/drawingml/2006/main">
              <a:ext uri="{FF2B5EF4-FFF2-40B4-BE49-F238E27FC236}">
                <a16:creationId xmlns:a16="http://schemas.microsoft.com/office/drawing/2014/main" id="{72952453-67F4-4781-90F9-ED26F0BAFD71}"/>
              </a:ext>
            </a:extLst>
          </p:cNvPr>
          <p:cNvSpPr>
            <a:spLocks xmlns:a="http://schemas.openxmlformats.org/drawingml/2006/main" noGrp="1"/>
          </p:cNvSpPr>
          <p:nvPr/>
        </p:nvSpPr>
        <p:spPr>
          <a:xfrm xmlns:a="http://schemas.openxmlformats.org/drawingml/2006/main">
            <a:off x="609600" y="4095750"/>
            <a:ext cx="5048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47B61"/>
                </a:solidFill>
                <a:latin typeface="DejaVu Sans"/>
                <a:ea typeface="DejaVu Sans"/>
                <a:cs typeface="DejaVu Sans"/>
              </a:defRPr>
            </a:defPPr>
            <a:lvl1pPr>
              <a:defRPr sz="2025" b="1">
                <a:solidFill>
                  <a:srgbClr val="147B61"/>
                </a:solidFill>
                <a:latin typeface="DejaVu Sans"/>
                <a:ea typeface="DejaVu Sans"/>
                <a:cs typeface="DejaVu Sans"/>
              </a:defRPr>
            </a:lvl1pPr>
            <a:lvl2pPr>
              <a:defRPr sz="2025" b="1">
                <a:solidFill>
                  <a:srgbClr val="147B61"/>
                </a:solidFill>
                <a:latin typeface="DejaVu Sans"/>
                <a:ea typeface="DejaVu Sans"/>
                <a:cs typeface="DejaVu Sans"/>
              </a:defRPr>
            </a:lvl2pPr>
            <a:lvl3pPr>
              <a:defRPr sz="2025" b="1">
                <a:solidFill>
                  <a:srgbClr val="147B61"/>
                </a:solidFill>
                <a:latin typeface="DejaVu Sans"/>
                <a:ea typeface="DejaVu Sans"/>
                <a:cs typeface="DejaVu Sans"/>
              </a:defRPr>
            </a:lvl3pPr>
            <a:lvl4pPr>
              <a:defRPr sz="2025" b="1">
                <a:solidFill>
                  <a:srgbClr val="147B61"/>
                </a:solidFill>
                <a:latin typeface="DejaVu Sans"/>
                <a:ea typeface="DejaVu Sans"/>
                <a:cs typeface="DejaVu Sans"/>
              </a:defRPr>
            </a:lvl4pPr>
            <a:lvl5pPr>
              <a:defRPr sz="2025" b="1">
                <a:solidFill>
                  <a:srgbClr val="147B61"/>
                </a:solidFill>
                <a:latin typeface="DejaVu Sans"/>
                <a:ea typeface="DejaVu Sans"/>
                <a:cs typeface="DejaVu Sans"/>
              </a:defRPr>
            </a:lvl5pPr>
            <a:lvl6pPr>
              <a:defRPr sz="2025" b="1">
                <a:solidFill>
                  <a:srgbClr val="147B61"/>
                </a:solidFill>
                <a:latin typeface="DejaVu Sans"/>
                <a:ea typeface="DejaVu Sans"/>
                <a:cs typeface="DejaVu Sans"/>
              </a:defRPr>
            </a:lvl6pPr>
            <a:lvl7pPr>
              <a:defRPr sz="2025" b="1">
                <a:solidFill>
                  <a:srgbClr val="147B61"/>
                </a:solidFill>
                <a:latin typeface="DejaVu Sans"/>
                <a:ea typeface="DejaVu Sans"/>
                <a:cs typeface="DejaVu Sans"/>
              </a:defRPr>
            </a:lvl7pPr>
            <a:lvl8pPr>
              <a:defRPr sz="2025" b="1">
                <a:solidFill>
                  <a:srgbClr val="147B61"/>
                </a:solidFill>
                <a:latin typeface="DejaVu Sans"/>
                <a:ea typeface="DejaVu Sans"/>
                <a:cs typeface="DejaVu Sans"/>
              </a:defRPr>
            </a:lvl8pPr>
            <a:lvl9pPr>
              <a:defRPr sz="2025" b="1">
                <a:solidFill>
                  <a:srgbClr val="147B61"/>
                </a:solidFill>
                <a:latin typeface="DejaVu Sans"/>
                <a:ea typeface="DejaVu Sans"/>
                <a:cs typeface="DejaVu Sans"/>
              </a:defRPr>
            </a:lvl9pPr>
          </a:lstStyle>
          <a:p xmlns:a="http://schemas.openxmlformats.org/drawingml/2006/main">
            <a:pPr>
              <a:defRPr sz="2025" b="1">
                <a:solidFill>
                  <a:srgbClr val="147B61"/>
                </a:solidFill>
                <a:latin typeface="DejaVu Sans"/>
                <a:ea typeface="DejaVu Sans"/>
                <a:cs typeface="DejaVu Sans"/>
              </a:defRPr>
            </a:pPr>
            <a:r>
              <a:rPr sz="2025" b="1">
                <a:solidFill>
                  <a:srgbClr val="147B61"/>
                </a:solidFill>
                <a:latin typeface="DejaVu Sans"/>
                <a:ea typeface="DejaVu Sans"/>
                <a:cs typeface="DejaVu Sans"/>
              </a:rPr>
              <a:t>Contoh dalam materi</a:t>
            </a:r>
          </a:p>
        </p:txBody>
      </p:sp>
      <p:sp>
        <p:nvSpPr>
          <p:cNvPr id="8" name="text-7">
            <a:extLst xmlns:a="http://schemas.openxmlformats.org/drawingml/2006/main">
              <a:ext uri="{FF2B5EF4-FFF2-40B4-BE49-F238E27FC236}">
                <a16:creationId xmlns:a16="http://schemas.microsoft.com/office/drawing/2014/main" id="{71550B6E-70D7-415E-A7D0-BF36AE56BB49}"/>
              </a:ext>
            </a:extLst>
          </p:cNvPr>
          <p:cNvSpPr>
            <a:spLocks xmlns:a="http://schemas.openxmlformats.org/drawingml/2006/main" noGrp="1"/>
          </p:cNvSpPr>
          <p:nvPr/>
        </p:nvSpPr>
        <p:spPr>
          <a:xfrm xmlns:a="http://schemas.openxmlformats.org/drawingml/2006/main">
            <a:off x="609600" y="4695825"/>
            <a:ext cx="5048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02A38"/>
                </a:solidFill>
                <a:latin typeface="DejaVu Sans"/>
                <a:ea typeface="DejaVu Sans"/>
                <a:cs typeface="DejaVu Sans"/>
              </a:defRPr>
            </a:defPPr>
            <a:lvl1pPr>
              <a:defRPr sz="2175" b="0">
                <a:solidFill>
                  <a:srgbClr val="102A38"/>
                </a:solidFill>
                <a:latin typeface="DejaVu Sans"/>
                <a:ea typeface="DejaVu Sans"/>
                <a:cs typeface="DejaVu Sans"/>
              </a:defRPr>
            </a:lvl1pPr>
            <a:lvl2pPr>
              <a:defRPr sz="2175" b="0">
                <a:solidFill>
                  <a:srgbClr val="102A38"/>
                </a:solidFill>
                <a:latin typeface="DejaVu Sans"/>
                <a:ea typeface="DejaVu Sans"/>
                <a:cs typeface="DejaVu Sans"/>
              </a:defRPr>
            </a:lvl2pPr>
            <a:lvl3pPr>
              <a:defRPr sz="2175" b="0">
                <a:solidFill>
                  <a:srgbClr val="102A38"/>
                </a:solidFill>
                <a:latin typeface="DejaVu Sans"/>
                <a:ea typeface="DejaVu Sans"/>
                <a:cs typeface="DejaVu Sans"/>
              </a:defRPr>
            </a:lvl3pPr>
            <a:lvl4pPr>
              <a:defRPr sz="2175" b="0">
                <a:solidFill>
                  <a:srgbClr val="102A38"/>
                </a:solidFill>
                <a:latin typeface="DejaVu Sans"/>
                <a:ea typeface="DejaVu Sans"/>
                <a:cs typeface="DejaVu Sans"/>
              </a:defRPr>
            </a:lvl4pPr>
            <a:lvl5pPr>
              <a:defRPr sz="2175" b="0">
                <a:solidFill>
                  <a:srgbClr val="102A38"/>
                </a:solidFill>
                <a:latin typeface="DejaVu Sans"/>
                <a:ea typeface="DejaVu Sans"/>
                <a:cs typeface="DejaVu Sans"/>
              </a:defRPr>
            </a:lvl5pPr>
            <a:lvl6pPr>
              <a:defRPr sz="2175" b="0">
                <a:solidFill>
                  <a:srgbClr val="102A38"/>
                </a:solidFill>
                <a:latin typeface="DejaVu Sans"/>
                <a:ea typeface="DejaVu Sans"/>
                <a:cs typeface="DejaVu Sans"/>
              </a:defRPr>
            </a:lvl6pPr>
            <a:lvl7pPr>
              <a:defRPr sz="2175" b="0">
                <a:solidFill>
                  <a:srgbClr val="102A38"/>
                </a:solidFill>
                <a:latin typeface="DejaVu Sans"/>
                <a:ea typeface="DejaVu Sans"/>
                <a:cs typeface="DejaVu Sans"/>
              </a:defRPr>
            </a:lvl7pPr>
            <a:lvl8pPr>
              <a:defRPr sz="2175" b="0">
                <a:solidFill>
                  <a:srgbClr val="102A38"/>
                </a:solidFill>
                <a:latin typeface="DejaVu Sans"/>
                <a:ea typeface="DejaVu Sans"/>
                <a:cs typeface="DejaVu Sans"/>
              </a:defRPr>
            </a:lvl8pPr>
            <a:lvl9pPr>
              <a:defRPr sz="2175" b="0">
                <a:solidFill>
                  <a:srgbClr val="102A38"/>
                </a:solidFill>
                <a:latin typeface="DejaVu Sans"/>
                <a:ea typeface="DejaVu Sans"/>
                <a:cs typeface="DejaVu Sans"/>
              </a:defRPr>
            </a:lvl9pPr>
          </a:lstStyle>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Pengaturan, skor, nama,</a:t>
            </a:r>
          </a:p>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dan umur.</a:t>
            </a:r>
          </a:p>
        </p:txBody>
      </p:sp>
      <p:sp>
        <p:nvSpPr>
          <p:cNvPr id="9" name="text-8">
            <a:extLst xmlns:a="http://schemas.openxmlformats.org/drawingml/2006/main">
              <a:ext uri="{FF2B5EF4-FFF2-40B4-BE49-F238E27FC236}">
                <a16:creationId xmlns:a16="http://schemas.microsoft.com/office/drawing/2014/main" id="{4B115BBA-171B-4AA7-9EB4-7C6B0A3066A7}"/>
              </a:ext>
            </a:extLst>
          </p:cNvPr>
          <p:cNvSpPr>
            <a:spLocks xmlns:a="http://schemas.openxmlformats.org/drawingml/2006/main" noGrp="1"/>
          </p:cNvSpPr>
          <p:nvPr/>
        </p:nvSpPr>
        <p:spPr>
          <a:xfrm xmlns:a="http://schemas.openxmlformats.org/drawingml/2006/main">
            <a:off x="6419850" y="2085975"/>
            <a:ext cx="51625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147B61"/>
                </a:solidFill>
                <a:latin typeface="DejaVu Sans"/>
                <a:ea typeface="DejaVu Sans"/>
                <a:cs typeface="DejaVu Sans"/>
              </a:defRPr>
            </a:defPPr>
            <a:lvl1pPr>
              <a:defRPr sz="2400" b="1">
                <a:solidFill>
                  <a:srgbClr val="147B61"/>
                </a:solidFill>
                <a:latin typeface="DejaVu Sans"/>
                <a:ea typeface="DejaVu Sans"/>
                <a:cs typeface="DejaVu Sans"/>
              </a:defRPr>
            </a:lvl1pPr>
            <a:lvl2pPr>
              <a:defRPr sz="2400" b="1">
                <a:solidFill>
                  <a:srgbClr val="147B61"/>
                </a:solidFill>
                <a:latin typeface="DejaVu Sans"/>
                <a:ea typeface="DejaVu Sans"/>
                <a:cs typeface="DejaVu Sans"/>
              </a:defRPr>
            </a:lvl2pPr>
            <a:lvl3pPr>
              <a:defRPr sz="2400" b="1">
                <a:solidFill>
                  <a:srgbClr val="147B61"/>
                </a:solidFill>
                <a:latin typeface="DejaVu Sans"/>
                <a:ea typeface="DejaVu Sans"/>
                <a:cs typeface="DejaVu Sans"/>
              </a:defRPr>
            </a:lvl3pPr>
            <a:lvl4pPr>
              <a:defRPr sz="2400" b="1">
                <a:solidFill>
                  <a:srgbClr val="147B61"/>
                </a:solidFill>
                <a:latin typeface="DejaVu Sans"/>
                <a:ea typeface="DejaVu Sans"/>
                <a:cs typeface="DejaVu Sans"/>
              </a:defRPr>
            </a:lvl4pPr>
            <a:lvl5pPr>
              <a:defRPr sz="2400" b="1">
                <a:solidFill>
                  <a:srgbClr val="147B61"/>
                </a:solidFill>
                <a:latin typeface="DejaVu Sans"/>
                <a:ea typeface="DejaVu Sans"/>
                <a:cs typeface="DejaVu Sans"/>
              </a:defRPr>
            </a:lvl5pPr>
            <a:lvl6pPr>
              <a:defRPr sz="2400" b="1">
                <a:solidFill>
                  <a:srgbClr val="147B61"/>
                </a:solidFill>
                <a:latin typeface="DejaVu Sans"/>
                <a:ea typeface="DejaVu Sans"/>
                <a:cs typeface="DejaVu Sans"/>
              </a:defRPr>
            </a:lvl6pPr>
            <a:lvl7pPr>
              <a:defRPr sz="2400" b="1">
                <a:solidFill>
                  <a:srgbClr val="147B61"/>
                </a:solidFill>
                <a:latin typeface="DejaVu Sans"/>
                <a:ea typeface="DejaVu Sans"/>
                <a:cs typeface="DejaVu Sans"/>
              </a:defRPr>
            </a:lvl7pPr>
            <a:lvl8pPr>
              <a:defRPr sz="2400" b="1">
                <a:solidFill>
                  <a:srgbClr val="147B61"/>
                </a:solidFill>
                <a:latin typeface="DejaVu Sans"/>
                <a:ea typeface="DejaVu Sans"/>
                <a:cs typeface="DejaVu Sans"/>
              </a:defRPr>
            </a:lvl8pPr>
            <a:lvl9pPr>
              <a:defRPr sz="2400" b="1">
                <a:solidFill>
                  <a:srgbClr val="147B61"/>
                </a:solidFill>
                <a:latin typeface="DejaVu Sans"/>
                <a:ea typeface="DejaVu Sans"/>
                <a:cs typeface="DejaVu Sans"/>
              </a:defRPr>
            </a:lvl9pPr>
          </a:lstStyle>
          <a:p xmlns:a="http://schemas.openxmlformats.org/drawingml/2006/main">
            <a:pPr>
              <a:defRPr sz="2400" b="1">
                <a:solidFill>
                  <a:srgbClr val="147B61"/>
                </a:solidFill>
                <a:latin typeface="DejaVu Sans"/>
                <a:ea typeface="DejaVu Sans"/>
                <a:cs typeface="DejaVu Sans"/>
              </a:defRPr>
            </a:pPr>
            <a:r>
              <a:rPr sz="2400" b="1">
                <a:solidFill>
                  <a:srgbClr val="147B61"/>
                </a:solidFill>
                <a:latin typeface="DejaVu Sans"/>
                <a:ea typeface="DejaVu Sans"/>
                <a:cs typeface="DejaVu Sans"/>
              </a:rPr>
              <a:t>Saved Instance State</a:t>
            </a:r>
          </a:p>
        </p:txBody>
      </p:sp>
      <p:sp>
        <p:nvSpPr>
          <p:cNvPr id="10" name="text-9">
            <a:extLst xmlns:a="http://schemas.openxmlformats.org/drawingml/2006/main">
              <a:ext uri="{FF2B5EF4-FFF2-40B4-BE49-F238E27FC236}">
                <a16:creationId xmlns:a16="http://schemas.microsoft.com/office/drawing/2014/main" id="{FA6E05EB-DB18-4FAE-AF79-06B2373C579C}"/>
              </a:ext>
            </a:extLst>
          </p:cNvPr>
          <p:cNvSpPr>
            <a:spLocks xmlns:a="http://schemas.openxmlformats.org/drawingml/2006/main" noGrp="1"/>
          </p:cNvSpPr>
          <p:nvPr/>
        </p:nvSpPr>
        <p:spPr>
          <a:xfrm xmlns:a="http://schemas.openxmlformats.org/drawingml/2006/main">
            <a:off x="6419850" y="2552700"/>
            <a:ext cx="516255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02A38"/>
                </a:solidFill>
                <a:latin typeface="DejaVu Sans"/>
                <a:ea typeface="DejaVu Sans"/>
                <a:cs typeface="DejaVu Sans"/>
              </a:defRPr>
            </a:defPPr>
            <a:lvl1pPr>
              <a:defRPr sz="2175" b="0">
                <a:solidFill>
                  <a:srgbClr val="102A38"/>
                </a:solidFill>
                <a:latin typeface="DejaVu Sans"/>
                <a:ea typeface="DejaVu Sans"/>
                <a:cs typeface="DejaVu Sans"/>
              </a:defRPr>
            </a:lvl1pPr>
            <a:lvl2pPr>
              <a:defRPr sz="2175" b="0">
                <a:solidFill>
                  <a:srgbClr val="102A38"/>
                </a:solidFill>
                <a:latin typeface="DejaVu Sans"/>
                <a:ea typeface="DejaVu Sans"/>
                <a:cs typeface="DejaVu Sans"/>
              </a:defRPr>
            </a:lvl2pPr>
            <a:lvl3pPr>
              <a:defRPr sz="2175" b="0">
                <a:solidFill>
                  <a:srgbClr val="102A38"/>
                </a:solidFill>
                <a:latin typeface="DejaVu Sans"/>
                <a:ea typeface="DejaVu Sans"/>
                <a:cs typeface="DejaVu Sans"/>
              </a:defRPr>
            </a:lvl3pPr>
            <a:lvl4pPr>
              <a:defRPr sz="2175" b="0">
                <a:solidFill>
                  <a:srgbClr val="102A38"/>
                </a:solidFill>
                <a:latin typeface="DejaVu Sans"/>
                <a:ea typeface="DejaVu Sans"/>
                <a:cs typeface="DejaVu Sans"/>
              </a:defRPr>
            </a:lvl4pPr>
            <a:lvl5pPr>
              <a:defRPr sz="2175" b="0">
                <a:solidFill>
                  <a:srgbClr val="102A38"/>
                </a:solidFill>
                <a:latin typeface="DejaVu Sans"/>
                <a:ea typeface="DejaVu Sans"/>
                <a:cs typeface="DejaVu Sans"/>
              </a:defRPr>
            </a:lvl5pPr>
            <a:lvl6pPr>
              <a:defRPr sz="2175" b="0">
                <a:solidFill>
                  <a:srgbClr val="102A38"/>
                </a:solidFill>
                <a:latin typeface="DejaVu Sans"/>
                <a:ea typeface="DejaVu Sans"/>
                <a:cs typeface="DejaVu Sans"/>
              </a:defRPr>
            </a:lvl6pPr>
            <a:lvl7pPr>
              <a:defRPr sz="2175" b="0">
                <a:solidFill>
                  <a:srgbClr val="102A38"/>
                </a:solidFill>
                <a:latin typeface="DejaVu Sans"/>
                <a:ea typeface="DejaVu Sans"/>
                <a:cs typeface="DejaVu Sans"/>
              </a:defRPr>
            </a:lvl7pPr>
            <a:lvl8pPr>
              <a:defRPr sz="2175" b="0">
                <a:solidFill>
                  <a:srgbClr val="102A38"/>
                </a:solidFill>
                <a:latin typeface="DejaVu Sans"/>
                <a:ea typeface="DejaVu Sans"/>
                <a:cs typeface="DejaVu Sans"/>
              </a:defRPr>
            </a:lvl8pPr>
            <a:lvl9pPr>
              <a:defRPr sz="2175" b="0">
                <a:solidFill>
                  <a:srgbClr val="102A38"/>
                </a:solidFill>
                <a:latin typeface="DejaVu Sans"/>
                <a:ea typeface="DejaVu Sans"/>
                <a:cs typeface="DejaVu Sans"/>
              </a:defRPr>
            </a:lvl9pPr>
          </a:lstStyle>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Memulihkan keadaan sementara ketika Activity dibuat ulang.</a:t>
            </a:r>
          </a:p>
        </p:txBody>
      </p:sp>
      <p:sp>
        <p:nvSpPr>
          <p:cNvPr id="11" name="text-10">
            <a:extLst xmlns:a="http://schemas.openxmlformats.org/drawingml/2006/main">
              <a:ext uri="{FF2B5EF4-FFF2-40B4-BE49-F238E27FC236}">
                <a16:creationId xmlns:a16="http://schemas.microsoft.com/office/drawing/2014/main" id="{94749B95-0F06-48CC-837A-93E5CA6921EE}"/>
              </a:ext>
            </a:extLst>
          </p:cNvPr>
          <p:cNvSpPr>
            <a:spLocks xmlns:a="http://schemas.openxmlformats.org/drawingml/2006/main" noGrp="1"/>
          </p:cNvSpPr>
          <p:nvPr/>
        </p:nvSpPr>
        <p:spPr>
          <a:xfrm xmlns:a="http://schemas.openxmlformats.org/drawingml/2006/main">
            <a:off x="6419850" y="4095750"/>
            <a:ext cx="5143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47B61"/>
                </a:solidFill>
                <a:latin typeface="DejaVu Sans"/>
                <a:ea typeface="DejaVu Sans"/>
                <a:cs typeface="DejaVu Sans"/>
              </a:defRPr>
            </a:defPPr>
            <a:lvl1pPr>
              <a:defRPr sz="2025" b="1">
                <a:solidFill>
                  <a:srgbClr val="147B61"/>
                </a:solidFill>
                <a:latin typeface="DejaVu Sans"/>
                <a:ea typeface="DejaVu Sans"/>
                <a:cs typeface="DejaVu Sans"/>
              </a:defRPr>
            </a:lvl1pPr>
            <a:lvl2pPr>
              <a:defRPr sz="2025" b="1">
                <a:solidFill>
                  <a:srgbClr val="147B61"/>
                </a:solidFill>
                <a:latin typeface="DejaVu Sans"/>
                <a:ea typeface="DejaVu Sans"/>
                <a:cs typeface="DejaVu Sans"/>
              </a:defRPr>
            </a:lvl2pPr>
            <a:lvl3pPr>
              <a:defRPr sz="2025" b="1">
                <a:solidFill>
                  <a:srgbClr val="147B61"/>
                </a:solidFill>
                <a:latin typeface="DejaVu Sans"/>
                <a:ea typeface="DejaVu Sans"/>
                <a:cs typeface="DejaVu Sans"/>
              </a:defRPr>
            </a:lvl3pPr>
            <a:lvl4pPr>
              <a:defRPr sz="2025" b="1">
                <a:solidFill>
                  <a:srgbClr val="147B61"/>
                </a:solidFill>
                <a:latin typeface="DejaVu Sans"/>
                <a:ea typeface="DejaVu Sans"/>
                <a:cs typeface="DejaVu Sans"/>
              </a:defRPr>
            </a:lvl4pPr>
            <a:lvl5pPr>
              <a:defRPr sz="2025" b="1">
                <a:solidFill>
                  <a:srgbClr val="147B61"/>
                </a:solidFill>
                <a:latin typeface="DejaVu Sans"/>
                <a:ea typeface="DejaVu Sans"/>
                <a:cs typeface="DejaVu Sans"/>
              </a:defRPr>
            </a:lvl5pPr>
            <a:lvl6pPr>
              <a:defRPr sz="2025" b="1">
                <a:solidFill>
                  <a:srgbClr val="147B61"/>
                </a:solidFill>
                <a:latin typeface="DejaVu Sans"/>
                <a:ea typeface="DejaVu Sans"/>
                <a:cs typeface="DejaVu Sans"/>
              </a:defRPr>
            </a:lvl6pPr>
            <a:lvl7pPr>
              <a:defRPr sz="2025" b="1">
                <a:solidFill>
                  <a:srgbClr val="147B61"/>
                </a:solidFill>
                <a:latin typeface="DejaVu Sans"/>
                <a:ea typeface="DejaVu Sans"/>
                <a:cs typeface="DejaVu Sans"/>
              </a:defRPr>
            </a:lvl7pPr>
            <a:lvl8pPr>
              <a:defRPr sz="2025" b="1">
                <a:solidFill>
                  <a:srgbClr val="147B61"/>
                </a:solidFill>
                <a:latin typeface="DejaVu Sans"/>
                <a:ea typeface="DejaVu Sans"/>
                <a:cs typeface="DejaVu Sans"/>
              </a:defRPr>
            </a:lvl8pPr>
            <a:lvl9pPr>
              <a:defRPr sz="2025" b="1">
                <a:solidFill>
                  <a:srgbClr val="147B61"/>
                </a:solidFill>
                <a:latin typeface="DejaVu Sans"/>
                <a:ea typeface="DejaVu Sans"/>
                <a:cs typeface="DejaVu Sans"/>
              </a:defRPr>
            </a:lvl9pPr>
          </a:lstStyle>
          <a:p xmlns:a="http://schemas.openxmlformats.org/drawingml/2006/main">
            <a:pPr>
              <a:defRPr sz="2025" b="1">
                <a:solidFill>
                  <a:srgbClr val="147B61"/>
                </a:solidFill>
                <a:latin typeface="DejaVu Sans"/>
                <a:ea typeface="DejaVu Sans"/>
                <a:cs typeface="DejaVu Sans"/>
              </a:defRPr>
            </a:pPr>
            <a:r>
              <a:rPr sz="2025" b="1">
                <a:solidFill>
                  <a:srgbClr val="147B61"/>
                </a:solidFill>
                <a:latin typeface="DejaVu Sans"/>
                <a:ea typeface="DejaVu Sans"/>
                <a:cs typeface="DejaVu Sans"/>
              </a:rPr>
              <a:t>Contoh dalam materi</a:t>
            </a:r>
          </a:p>
        </p:txBody>
      </p:sp>
      <p:sp>
        <p:nvSpPr>
          <p:cNvPr id="12" name="text-11">
            <a:extLst xmlns:a="http://schemas.openxmlformats.org/drawingml/2006/main">
              <a:ext uri="{FF2B5EF4-FFF2-40B4-BE49-F238E27FC236}">
                <a16:creationId xmlns:a16="http://schemas.microsoft.com/office/drawing/2014/main" id="{2189A9C7-06D1-406B-BFCC-6B001847DA4E}"/>
              </a:ext>
            </a:extLst>
          </p:cNvPr>
          <p:cNvSpPr>
            <a:spLocks xmlns:a="http://schemas.openxmlformats.org/drawingml/2006/main" noGrp="1"/>
          </p:cNvSpPr>
          <p:nvPr/>
        </p:nvSpPr>
        <p:spPr>
          <a:xfrm xmlns:a="http://schemas.openxmlformats.org/drawingml/2006/main">
            <a:off x="6419850" y="46958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02A38"/>
                </a:solidFill>
                <a:latin typeface="DejaVu Sans"/>
                <a:ea typeface="DejaVu Sans"/>
                <a:cs typeface="DejaVu Sans"/>
              </a:defRPr>
            </a:defPPr>
            <a:lvl1pPr>
              <a:defRPr sz="2175" b="0">
                <a:solidFill>
                  <a:srgbClr val="102A38"/>
                </a:solidFill>
                <a:latin typeface="DejaVu Sans"/>
                <a:ea typeface="DejaVu Sans"/>
                <a:cs typeface="DejaVu Sans"/>
              </a:defRPr>
            </a:lvl1pPr>
            <a:lvl2pPr>
              <a:defRPr sz="2175" b="0">
                <a:solidFill>
                  <a:srgbClr val="102A38"/>
                </a:solidFill>
                <a:latin typeface="DejaVu Sans"/>
                <a:ea typeface="DejaVu Sans"/>
                <a:cs typeface="DejaVu Sans"/>
              </a:defRPr>
            </a:lvl2pPr>
            <a:lvl3pPr>
              <a:defRPr sz="2175" b="0">
                <a:solidFill>
                  <a:srgbClr val="102A38"/>
                </a:solidFill>
                <a:latin typeface="DejaVu Sans"/>
                <a:ea typeface="DejaVu Sans"/>
                <a:cs typeface="DejaVu Sans"/>
              </a:defRPr>
            </a:lvl3pPr>
            <a:lvl4pPr>
              <a:defRPr sz="2175" b="0">
                <a:solidFill>
                  <a:srgbClr val="102A38"/>
                </a:solidFill>
                <a:latin typeface="DejaVu Sans"/>
                <a:ea typeface="DejaVu Sans"/>
                <a:cs typeface="DejaVu Sans"/>
              </a:defRPr>
            </a:lvl4pPr>
            <a:lvl5pPr>
              <a:defRPr sz="2175" b="0">
                <a:solidFill>
                  <a:srgbClr val="102A38"/>
                </a:solidFill>
                <a:latin typeface="DejaVu Sans"/>
                <a:ea typeface="DejaVu Sans"/>
                <a:cs typeface="DejaVu Sans"/>
              </a:defRPr>
            </a:lvl5pPr>
            <a:lvl6pPr>
              <a:defRPr sz="2175" b="0">
                <a:solidFill>
                  <a:srgbClr val="102A38"/>
                </a:solidFill>
                <a:latin typeface="DejaVu Sans"/>
                <a:ea typeface="DejaVu Sans"/>
                <a:cs typeface="DejaVu Sans"/>
              </a:defRPr>
            </a:lvl6pPr>
            <a:lvl7pPr>
              <a:defRPr sz="2175" b="0">
                <a:solidFill>
                  <a:srgbClr val="102A38"/>
                </a:solidFill>
                <a:latin typeface="DejaVu Sans"/>
                <a:ea typeface="DejaVu Sans"/>
                <a:cs typeface="DejaVu Sans"/>
              </a:defRPr>
            </a:lvl7pPr>
            <a:lvl8pPr>
              <a:defRPr sz="2175" b="0">
                <a:solidFill>
                  <a:srgbClr val="102A38"/>
                </a:solidFill>
                <a:latin typeface="DejaVu Sans"/>
                <a:ea typeface="DejaVu Sans"/>
                <a:cs typeface="DejaVu Sans"/>
              </a:defRPr>
            </a:lvl8pPr>
            <a:lvl9pPr>
              <a:defRPr sz="2175" b="0">
                <a:solidFill>
                  <a:srgbClr val="102A38"/>
                </a:solidFill>
                <a:latin typeface="DejaVu Sans"/>
                <a:ea typeface="DejaVu Sans"/>
                <a:cs typeface="DejaVu Sans"/>
              </a:defRPr>
            </a:lvl9pPr>
          </a:lstStyle>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Tab yang dipilih atau keadaan</a:t>
            </a:r>
          </a:p>
          <a:p xmlns:a="http://schemas.openxmlformats.org/drawingml/2006/main">
            <a:pPr>
              <a:defRPr sz="2175" b="0">
                <a:solidFill>
                  <a:srgbClr val="102A38"/>
                </a:solidFill>
                <a:latin typeface="DejaVu Sans"/>
                <a:ea typeface="DejaVu Sans"/>
                <a:cs typeface="DejaVu Sans"/>
              </a:defRPr>
            </a:pPr>
            <a:r>
              <a:rPr sz="2175" b="0">
                <a:solidFill>
                  <a:srgbClr val="102A38"/>
                </a:solidFill>
                <a:latin typeface="DejaVu Sans"/>
                <a:ea typeface="DejaVu Sans"/>
                <a:cs typeface="DejaVu Sans"/>
              </a:rPr>
              <a:t>layar saat perangkat berputar.</a:t>
            </a:r>
          </a:p>
        </p:txBody>
      </p:sp>
    </p:spTree>
    <p:extLst>
      <p:ext uri="{BB962C8B-B14F-4D97-AF65-F5344CB8AC3E}">
        <p14:creationId xmlns:p14="http://schemas.microsoft.com/office/powerpoint/2010/main" val="1468150388"/>
      </p:ext>
    </p:extLst>
  </p:cSld>
</p:sld>
</file>

<file path=ppt/slides/slide2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18A1F3C6-D15B-4B6E-BEE3-F7FFC3118680}"/>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05 / PENYIMPANAN DATA</a:t>
            </a:r>
          </a:p>
        </p:txBody>
      </p:sp>
      <p:sp>
        <p:nvSpPr>
          <p:cNvPr id="2" name="slide-title">
            <a:extLst xmlns:a="http://schemas.openxmlformats.org/drawingml/2006/main">
              <a:ext uri="{FF2B5EF4-FFF2-40B4-BE49-F238E27FC236}">
                <a16:creationId xmlns:a16="http://schemas.microsoft.com/office/drawing/2014/main" id="{CA24AD3C-B2F3-4590-97D5-172C01DC1895}"/>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Menyimpan dan membaca preferensi</a:t>
            </a:r>
          </a:p>
        </p:txBody>
      </p:sp>
      <p:sp>
        <p:nvSpPr>
          <p:cNvPr id="3" name="text-2">
            <a:extLst xmlns:a="http://schemas.openxmlformats.org/drawingml/2006/main">
              <a:ext uri="{FF2B5EF4-FFF2-40B4-BE49-F238E27FC236}">
                <a16:creationId xmlns:a16="http://schemas.microsoft.com/office/drawing/2014/main" id="{776BEF97-E09C-44FA-AD1A-E1C6332F101C}"/>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5, hlm. PDF 6–14. Signature API diperjelas</a:t>
            </a:r>
          </a:p>
        </p:txBody>
      </p:sp>
      <p:sp>
        <p:nvSpPr>
          <p:cNvPr id="4" name="text-3">
            <a:extLst xmlns:a="http://schemas.openxmlformats.org/drawingml/2006/main">
              <a:ext uri="{FF2B5EF4-FFF2-40B4-BE49-F238E27FC236}">
                <a16:creationId xmlns:a16="http://schemas.microsoft.com/office/drawing/2014/main" id="{47BAD753-F8FF-45F9-9A06-2ED3E854841E}"/>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23</a:t>
            </a:r>
          </a:p>
        </p:txBody>
      </p:sp>
      <p:sp>
        <p:nvSpPr>
          <p:cNvPr id="5" name="text-4">
            <a:extLst xmlns:a="http://schemas.openxmlformats.org/drawingml/2006/main">
              <a:ext uri="{FF2B5EF4-FFF2-40B4-BE49-F238E27FC236}">
                <a16:creationId xmlns:a16="http://schemas.microsoft.com/office/drawing/2014/main" id="{C016B4F9-6AA8-4B15-B192-675760BC7172}"/>
              </a:ext>
            </a:extLst>
          </p:cNvPr>
          <p:cNvSpPr>
            <a:spLocks xmlns:a="http://schemas.openxmlformats.org/drawingml/2006/main" noGrp="1"/>
          </p:cNvSpPr>
          <p:nvPr/>
        </p:nvSpPr>
        <p:spPr>
          <a:xfrm xmlns:a="http://schemas.openxmlformats.org/drawingml/2006/main">
            <a:off x="609600" y="2047875"/>
            <a:ext cx="6772275"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7DE2BA"/>
                </a:solidFill>
                <a:latin typeface="DejaVu Sans Mono"/>
                <a:ea typeface="DejaVu Sans Mono"/>
                <a:cs typeface="DejaVu Sans Mono"/>
              </a:defRPr>
            </a:defPPr>
            <a:lvl1pPr>
              <a:defRPr sz="1725" b="0">
                <a:solidFill>
                  <a:srgbClr val="7DE2BA"/>
                </a:solidFill>
                <a:latin typeface="DejaVu Sans Mono"/>
                <a:ea typeface="DejaVu Sans Mono"/>
                <a:cs typeface="DejaVu Sans Mono"/>
              </a:defRPr>
            </a:lvl1pPr>
            <a:lvl2pPr>
              <a:defRPr sz="1725" b="0">
                <a:solidFill>
                  <a:srgbClr val="7DE2BA"/>
                </a:solidFill>
                <a:latin typeface="DejaVu Sans Mono"/>
                <a:ea typeface="DejaVu Sans Mono"/>
                <a:cs typeface="DejaVu Sans Mono"/>
              </a:defRPr>
            </a:lvl2pPr>
            <a:lvl3pPr>
              <a:defRPr sz="1725" b="0">
                <a:solidFill>
                  <a:srgbClr val="7DE2BA"/>
                </a:solidFill>
                <a:latin typeface="DejaVu Sans Mono"/>
                <a:ea typeface="DejaVu Sans Mono"/>
                <a:cs typeface="DejaVu Sans Mono"/>
              </a:defRPr>
            </a:lvl3pPr>
            <a:lvl4pPr>
              <a:defRPr sz="1725" b="0">
                <a:solidFill>
                  <a:srgbClr val="7DE2BA"/>
                </a:solidFill>
                <a:latin typeface="DejaVu Sans Mono"/>
                <a:ea typeface="DejaVu Sans Mono"/>
                <a:cs typeface="DejaVu Sans Mono"/>
              </a:defRPr>
            </a:lvl4pPr>
            <a:lvl5pPr>
              <a:defRPr sz="1725" b="0">
                <a:solidFill>
                  <a:srgbClr val="7DE2BA"/>
                </a:solidFill>
                <a:latin typeface="DejaVu Sans Mono"/>
                <a:ea typeface="DejaVu Sans Mono"/>
                <a:cs typeface="DejaVu Sans Mono"/>
              </a:defRPr>
            </a:lvl5pPr>
            <a:lvl6pPr>
              <a:defRPr sz="1725" b="0">
                <a:solidFill>
                  <a:srgbClr val="7DE2BA"/>
                </a:solidFill>
                <a:latin typeface="DejaVu Sans Mono"/>
                <a:ea typeface="DejaVu Sans Mono"/>
                <a:cs typeface="DejaVu Sans Mono"/>
              </a:defRPr>
            </a:lvl6pPr>
            <a:lvl7pPr>
              <a:defRPr sz="1725" b="0">
                <a:solidFill>
                  <a:srgbClr val="7DE2BA"/>
                </a:solidFill>
                <a:latin typeface="DejaVu Sans Mono"/>
                <a:ea typeface="DejaVu Sans Mono"/>
                <a:cs typeface="DejaVu Sans Mono"/>
              </a:defRPr>
            </a:lvl7pPr>
            <a:lvl8pPr>
              <a:defRPr sz="1725" b="0">
                <a:solidFill>
                  <a:srgbClr val="7DE2BA"/>
                </a:solidFill>
                <a:latin typeface="DejaVu Sans Mono"/>
                <a:ea typeface="DejaVu Sans Mono"/>
                <a:cs typeface="DejaVu Sans Mono"/>
              </a:defRPr>
            </a:lvl8pPr>
            <a:lvl9pPr>
              <a:defRPr sz="1725" b="0">
                <a:solidFill>
                  <a:srgbClr val="7DE2BA"/>
                </a:solidFill>
                <a:latin typeface="DejaVu Sans Mono"/>
                <a:ea typeface="DejaVu Sans Mono"/>
                <a:cs typeface="DejaVu Sans Mono"/>
              </a:defRPr>
            </a:lvl9pPr>
          </a:lstStyle>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SharedPreferences prefs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getSharedPreferences(</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"pengaturan", MODE_PRIVATE);</a:t>
            </a:r>
          </a:p>
          <a:p xmlns:a="http://schemas.openxmlformats.org/drawingml/2006/main">
            <a:r>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prefs.edit()</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.putString("nama", "Erma")</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.apply();</a:t>
            </a:r>
          </a:p>
          <a:p xmlns:a="http://schemas.openxmlformats.org/drawingml/2006/main">
            <a:r>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String nama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prefs.getString("nama", "");</a:t>
            </a:r>
          </a:p>
        </p:txBody>
      </p:sp>
      <p:sp>
        <p:nvSpPr>
          <p:cNvPr id="6" name="text-5">
            <a:extLst xmlns:a="http://schemas.openxmlformats.org/drawingml/2006/main">
              <a:ext uri="{FF2B5EF4-FFF2-40B4-BE49-F238E27FC236}">
                <a16:creationId xmlns:a16="http://schemas.microsoft.com/office/drawing/2014/main" id="{EB953109-87EB-4705-B4B7-A796970B756E}"/>
              </a:ext>
            </a:extLst>
          </p:cNvPr>
          <p:cNvSpPr>
            <a:spLocks xmlns:a="http://schemas.openxmlformats.org/drawingml/2006/main" noGrp="1"/>
          </p:cNvSpPr>
          <p:nvPr/>
        </p:nvSpPr>
        <p:spPr>
          <a:xfrm xmlns:a="http://schemas.openxmlformats.org/drawingml/2006/main">
            <a:off x="7953375" y="2124075"/>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Key yang konsisten</a:t>
            </a:r>
          </a:p>
        </p:txBody>
      </p:sp>
      <p:sp>
        <p:nvSpPr>
          <p:cNvPr id="7" name="text-6">
            <a:extLst xmlns:a="http://schemas.openxmlformats.org/drawingml/2006/main">
              <a:ext uri="{FF2B5EF4-FFF2-40B4-BE49-F238E27FC236}">
                <a16:creationId xmlns:a16="http://schemas.microsoft.com/office/drawing/2014/main" id="{45C04F24-3529-4810-A976-F76A08F50F44}"/>
              </a:ext>
            </a:extLst>
          </p:cNvPr>
          <p:cNvSpPr>
            <a:spLocks xmlns:a="http://schemas.openxmlformats.org/drawingml/2006/main" noGrp="1"/>
          </p:cNvSpPr>
          <p:nvPr/>
        </p:nvSpPr>
        <p:spPr>
          <a:xfrm xmlns:a="http://schemas.openxmlformats.org/drawingml/2006/main">
            <a:off x="7953375" y="2590800"/>
            <a:ext cx="3524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Gunakan key dan tipe data yang sama saat menyimpan dan membaca.</a:t>
            </a:r>
          </a:p>
        </p:txBody>
      </p:sp>
      <p:sp>
        <p:nvSpPr>
          <p:cNvPr id="8" name="text-7">
            <a:extLst xmlns:a="http://schemas.openxmlformats.org/drawingml/2006/main">
              <a:ext uri="{FF2B5EF4-FFF2-40B4-BE49-F238E27FC236}">
                <a16:creationId xmlns:a16="http://schemas.microsoft.com/office/drawing/2014/main" id="{8BB38799-7E84-4754-A64D-5A3E3B3CB430}"/>
              </a:ext>
            </a:extLst>
          </p:cNvPr>
          <p:cNvSpPr>
            <a:spLocks xmlns:a="http://schemas.openxmlformats.org/drawingml/2006/main" noGrp="1"/>
          </p:cNvSpPr>
          <p:nvPr/>
        </p:nvSpPr>
        <p:spPr>
          <a:xfrm xmlns:a="http://schemas.openxmlformats.org/drawingml/2006/main">
            <a:off x="7953375" y="4276725"/>
            <a:ext cx="352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7DE2BA"/>
                </a:solidFill>
                <a:latin typeface="DejaVu Sans"/>
                <a:ea typeface="DejaVu Sans"/>
                <a:cs typeface="DejaVu Sans"/>
              </a:defRPr>
            </a:defPPr>
            <a:lvl1pPr>
              <a:defRPr sz="2175" b="1">
                <a:solidFill>
                  <a:srgbClr val="7DE2BA"/>
                </a:solidFill>
                <a:latin typeface="DejaVu Sans"/>
                <a:ea typeface="DejaVu Sans"/>
                <a:cs typeface="DejaVu Sans"/>
              </a:defRPr>
            </a:lvl1pPr>
            <a:lvl2pPr>
              <a:defRPr sz="2175" b="1">
                <a:solidFill>
                  <a:srgbClr val="7DE2BA"/>
                </a:solidFill>
                <a:latin typeface="DejaVu Sans"/>
                <a:ea typeface="DejaVu Sans"/>
                <a:cs typeface="DejaVu Sans"/>
              </a:defRPr>
            </a:lvl2pPr>
            <a:lvl3pPr>
              <a:defRPr sz="2175" b="1">
                <a:solidFill>
                  <a:srgbClr val="7DE2BA"/>
                </a:solidFill>
                <a:latin typeface="DejaVu Sans"/>
                <a:ea typeface="DejaVu Sans"/>
                <a:cs typeface="DejaVu Sans"/>
              </a:defRPr>
            </a:lvl3pPr>
            <a:lvl4pPr>
              <a:defRPr sz="2175" b="1">
                <a:solidFill>
                  <a:srgbClr val="7DE2BA"/>
                </a:solidFill>
                <a:latin typeface="DejaVu Sans"/>
                <a:ea typeface="DejaVu Sans"/>
                <a:cs typeface="DejaVu Sans"/>
              </a:defRPr>
            </a:lvl4pPr>
            <a:lvl5pPr>
              <a:defRPr sz="2175" b="1">
                <a:solidFill>
                  <a:srgbClr val="7DE2BA"/>
                </a:solidFill>
                <a:latin typeface="DejaVu Sans"/>
                <a:ea typeface="DejaVu Sans"/>
                <a:cs typeface="DejaVu Sans"/>
              </a:defRPr>
            </a:lvl5pPr>
            <a:lvl6pPr>
              <a:defRPr sz="2175" b="1">
                <a:solidFill>
                  <a:srgbClr val="7DE2BA"/>
                </a:solidFill>
                <a:latin typeface="DejaVu Sans"/>
                <a:ea typeface="DejaVu Sans"/>
                <a:cs typeface="DejaVu Sans"/>
              </a:defRPr>
            </a:lvl6pPr>
            <a:lvl7pPr>
              <a:defRPr sz="2175" b="1">
                <a:solidFill>
                  <a:srgbClr val="7DE2BA"/>
                </a:solidFill>
                <a:latin typeface="DejaVu Sans"/>
                <a:ea typeface="DejaVu Sans"/>
                <a:cs typeface="DejaVu Sans"/>
              </a:defRPr>
            </a:lvl7pPr>
            <a:lvl8pPr>
              <a:defRPr sz="2175" b="1">
                <a:solidFill>
                  <a:srgbClr val="7DE2BA"/>
                </a:solidFill>
                <a:latin typeface="DejaVu Sans"/>
                <a:ea typeface="DejaVu Sans"/>
                <a:cs typeface="DejaVu Sans"/>
              </a:defRPr>
            </a:lvl8pPr>
            <a:lvl9pPr>
              <a:defRPr sz="2175" b="1">
                <a:solidFill>
                  <a:srgbClr val="7DE2BA"/>
                </a:solidFill>
                <a:latin typeface="DejaVu Sans"/>
                <a:ea typeface="DejaVu Sans"/>
                <a:cs typeface="DejaVu Sans"/>
              </a:defRPr>
            </a:lvl9pPr>
          </a:lstStyle>
          <a:p xmlns:a="http://schemas.openxmlformats.org/drawingml/2006/main">
            <a:pPr>
              <a:defRPr sz="2175" b="1">
                <a:solidFill>
                  <a:srgbClr val="7DE2BA"/>
                </a:solidFill>
                <a:latin typeface="DejaVu Sans"/>
                <a:ea typeface="DejaVu Sans"/>
                <a:cs typeface="DejaVu Sans"/>
              </a:defRPr>
            </a:pPr>
            <a:r>
              <a:rPr sz="2175" b="1">
                <a:solidFill>
                  <a:srgbClr val="7DE2BA"/>
                </a:solidFill>
                <a:latin typeface="DejaVu Sans"/>
                <a:ea typeface="DejaVu Sans"/>
                <a:cs typeface="DejaVu Sans"/>
              </a:rPr>
              <a:t>Nilai bawaan</a:t>
            </a:r>
          </a:p>
        </p:txBody>
      </p:sp>
      <p:sp>
        <p:nvSpPr>
          <p:cNvPr id="9" name="text-8">
            <a:extLst xmlns:a="http://schemas.openxmlformats.org/drawingml/2006/main">
              <a:ext uri="{FF2B5EF4-FFF2-40B4-BE49-F238E27FC236}">
                <a16:creationId xmlns:a16="http://schemas.microsoft.com/office/drawing/2014/main" id="{460F7255-BDB5-4C87-B4E5-B17DB36E9BA4}"/>
              </a:ext>
            </a:extLst>
          </p:cNvPr>
          <p:cNvSpPr>
            <a:spLocks xmlns:a="http://schemas.openxmlformats.org/drawingml/2006/main" noGrp="1"/>
          </p:cNvSpPr>
          <p:nvPr/>
        </p:nvSpPr>
        <p:spPr>
          <a:xfrm xmlns:a="http://schemas.openxmlformats.org/drawingml/2006/main">
            <a:off x="7953375" y="4743450"/>
            <a:ext cx="3524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Argumen kedua pada getString() dipakai ketika key belum tersedia.</a:t>
            </a:r>
          </a:p>
        </p:txBody>
      </p:sp>
    </p:spTree>
    <p:extLst>
      <p:ext uri="{BB962C8B-B14F-4D97-AF65-F5344CB8AC3E}">
        <p14:creationId xmlns:p14="http://schemas.microsoft.com/office/powerpoint/2010/main" val="1124563611"/>
      </p:ext>
    </p:extLst>
  </p:cSld>
</p:sld>
</file>

<file path=ppt/slides/slide2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F386E5E-DB74-4E9F-97C5-84E4D4FE0B64}"/>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05 / PENYIMPANAN DATA</a:t>
            </a:r>
          </a:p>
        </p:txBody>
      </p:sp>
      <p:sp>
        <p:nvSpPr>
          <p:cNvPr id="2" name="slide-title">
            <a:extLst xmlns:a="http://schemas.openxmlformats.org/drawingml/2006/main">
              <a:ext uri="{FF2B5EF4-FFF2-40B4-BE49-F238E27FC236}">
                <a16:creationId xmlns:a16="http://schemas.microsoft.com/office/drawing/2014/main" id="{5BC0373B-907F-4ACE-B261-12B5604B9E56}"/>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SQLite dan struktur data biodata</a:t>
            </a:r>
          </a:p>
        </p:txBody>
      </p:sp>
      <p:sp>
        <p:nvSpPr>
          <p:cNvPr id="3" name="text-2">
            <a:extLst xmlns:a="http://schemas.openxmlformats.org/drawingml/2006/main">
              <a:ext uri="{FF2B5EF4-FFF2-40B4-BE49-F238E27FC236}">
                <a16:creationId xmlns:a16="http://schemas.microsoft.com/office/drawing/2014/main" id="{84A0681B-C147-4AD2-A982-208311EEA2B1}"/>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5, hlm. PDF 15–16 dan 26</a:t>
            </a:r>
          </a:p>
        </p:txBody>
      </p:sp>
      <p:sp>
        <p:nvSpPr>
          <p:cNvPr id="4" name="text-3">
            <a:extLst xmlns:a="http://schemas.openxmlformats.org/drawingml/2006/main">
              <a:ext uri="{FF2B5EF4-FFF2-40B4-BE49-F238E27FC236}">
                <a16:creationId xmlns:a16="http://schemas.microsoft.com/office/drawing/2014/main" id="{38C3C035-6622-4234-8C73-09730814C7F2}"/>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24</a:t>
            </a:r>
          </a:p>
        </p:txBody>
      </p:sp>
      <p:sp>
        <p:nvSpPr>
          <p:cNvPr id="5" name="text-4">
            <a:extLst xmlns:a="http://schemas.openxmlformats.org/drawingml/2006/main">
              <a:ext uri="{FF2B5EF4-FFF2-40B4-BE49-F238E27FC236}">
                <a16:creationId xmlns:a16="http://schemas.microsoft.com/office/drawing/2014/main" id="{1B9F842C-08F3-4C7A-A732-F446809364D9}"/>
              </a:ext>
            </a:extLst>
          </p:cNvPr>
          <p:cNvSpPr>
            <a:spLocks xmlns:a="http://schemas.openxmlformats.org/drawingml/2006/main" noGrp="1"/>
          </p:cNvSpPr>
          <p:nvPr/>
        </p:nvSpPr>
        <p:spPr>
          <a:xfrm xmlns:a="http://schemas.openxmlformats.org/drawingml/2006/main">
            <a:off x="609600" y="1952625"/>
            <a:ext cx="500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SQLiteOpenHelper</a:t>
            </a:r>
          </a:p>
        </p:txBody>
      </p:sp>
      <p:sp>
        <p:nvSpPr>
          <p:cNvPr id="6" name="text-5">
            <a:extLst xmlns:a="http://schemas.openxmlformats.org/drawingml/2006/main">
              <a:ext uri="{FF2B5EF4-FFF2-40B4-BE49-F238E27FC236}">
                <a16:creationId xmlns:a16="http://schemas.microsoft.com/office/drawing/2014/main" id="{DB634A70-EB0D-4A34-A961-1A2E631E20C3}"/>
              </a:ext>
            </a:extLst>
          </p:cNvPr>
          <p:cNvSpPr>
            <a:spLocks xmlns:a="http://schemas.openxmlformats.org/drawingml/2006/main" noGrp="1"/>
          </p:cNvSpPr>
          <p:nvPr/>
        </p:nvSpPr>
        <p:spPr>
          <a:xfrm xmlns:a="http://schemas.openxmlformats.org/drawingml/2006/main">
            <a:off x="609600" y="2419350"/>
            <a:ext cx="5000625"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02A38"/>
                </a:solidFill>
                <a:latin typeface="DejaVu Sans"/>
                <a:ea typeface="DejaVu Sans"/>
                <a:cs typeface="DejaVu Sans"/>
              </a:defRPr>
            </a:defPPr>
            <a:lvl1pPr>
              <a:defRPr sz="2025" b="0">
                <a:solidFill>
                  <a:srgbClr val="102A38"/>
                </a:solidFill>
                <a:latin typeface="DejaVu Sans"/>
                <a:ea typeface="DejaVu Sans"/>
                <a:cs typeface="DejaVu Sans"/>
              </a:defRPr>
            </a:lvl1pPr>
            <a:lvl2pPr>
              <a:defRPr sz="2025" b="0">
                <a:solidFill>
                  <a:srgbClr val="102A38"/>
                </a:solidFill>
                <a:latin typeface="DejaVu Sans"/>
                <a:ea typeface="DejaVu Sans"/>
                <a:cs typeface="DejaVu Sans"/>
              </a:defRPr>
            </a:lvl2pPr>
            <a:lvl3pPr>
              <a:defRPr sz="2025" b="0">
                <a:solidFill>
                  <a:srgbClr val="102A38"/>
                </a:solidFill>
                <a:latin typeface="DejaVu Sans"/>
                <a:ea typeface="DejaVu Sans"/>
                <a:cs typeface="DejaVu Sans"/>
              </a:defRPr>
            </a:lvl3pPr>
            <a:lvl4pPr>
              <a:defRPr sz="2025" b="0">
                <a:solidFill>
                  <a:srgbClr val="102A38"/>
                </a:solidFill>
                <a:latin typeface="DejaVu Sans"/>
                <a:ea typeface="DejaVu Sans"/>
                <a:cs typeface="DejaVu Sans"/>
              </a:defRPr>
            </a:lvl4pPr>
            <a:lvl5pPr>
              <a:defRPr sz="2025" b="0">
                <a:solidFill>
                  <a:srgbClr val="102A38"/>
                </a:solidFill>
                <a:latin typeface="DejaVu Sans"/>
                <a:ea typeface="DejaVu Sans"/>
                <a:cs typeface="DejaVu Sans"/>
              </a:defRPr>
            </a:lvl5pPr>
            <a:lvl6pPr>
              <a:defRPr sz="2025" b="0">
                <a:solidFill>
                  <a:srgbClr val="102A38"/>
                </a:solidFill>
                <a:latin typeface="DejaVu Sans"/>
                <a:ea typeface="DejaVu Sans"/>
                <a:cs typeface="DejaVu Sans"/>
              </a:defRPr>
            </a:lvl6pPr>
            <a:lvl7pPr>
              <a:defRPr sz="2025" b="0">
                <a:solidFill>
                  <a:srgbClr val="102A38"/>
                </a:solidFill>
                <a:latin typeface="DejaVu Sans"/>
                <a:ea typeface="DejaVu Sans"/>
                <a:cs typeface="DejaVu Sans"/>
              </a:defRPr>
            </a:lvl7pPr>
            <a:lvl8pPr>
              <a:defRPr sz="2025" b="0">
                <a:solidFill>
                  <a:srgbClr val="102A38"/>
                </a:solidFill>
                <a:latin typeface="DejaVu Sans"/>
                <a:ea typeface="DejaVu Sans"/>
                <a:cs typeface="DejaVu Sans"/>
              </a:defRPr>
            </a:lvl8pPr>
            <a:lvl9pPr>
              <a:defRPr sz="2025" b="0">
                <a:solidFill>
                  <a:srgbClr val="102A38"/>
                </a:solidFill>
                <a:latin typeface="DejaVu Sans"/>
                <a:ea typeface="DejaVu Sans"/>
                <a:cs typeface="DejaVu Sans"/>
              </a:defRPr>
            </a:lvl9pPr>
          </a:lstStyle>
          <a:p xmlns:a="http://schemas.openxmlformats.org/drawingml/2006/main">
            <a:pPr>
              <a:defRPr sz="2025" b="0">
                <a:solidFill>
                  <a:srgbClr val="102A38"/>
                </a:solidFill>
                <a:latin typeface="DejaVu Sans"/>
                <a:ea typeface="DejaVu Sans"/>
                <a:cs typeface="DejaVu Sans"/>
              </a:defRPr>
            </a:pPr>
            <a:r>
              <a:rPr sz="2025" b="0">
                <a:solidFill>
                  <a:srgbClr val="102A38"/>
                </a:solidFill>
                <a:latin typeface="DejaVu Sans"/>
                <a:ea typeface="DejaVu Sans"/>
                <a:cs typeface="DejaVu Sans"/>
              </a:rPr>
              <a:t>Menangani pembuatan dan perubahan versi database.</a:t>
            </a:r>
          </a:p>
        </p:txBody>
      </p:sp>
      <p:sp>
        <p:nvSpPr>
          <p:cNvPr id="7" name="text-6">
            <a:extLst xmlns:a="http://schemas.openxmlformats.org/drawingml/2006/main">
              <a:ext uri="{FF2B5EF4-FFF2-40B4-BE49-F238E27FC236}">
                <a16:creationId xmlns:a16="http://schemas.microsoft.com/office/drawing/2014/main" id="{3A3F5311-4E68-4B7B-A0AD-1460F4C44AC3}"/>
              </a:ext>
            </a:extLst>
          </p:cNvPr>
          <p:cNvSpPr>
            <a:spLocks xmlns:a="http://schemas.openxmlformats.org/drawingml/2006/main" noGrp="1"/>
          </p:cNvSpPr>
          <p:nvPr/>
        </p:nvSpPr>
        <p:spPr>
          <a:xfrm xmlns:a="http://schemas.openxmlformats.org/drawingml/2006/main">
            <a:off x="609600" y="3714750"/>
            <a:ext cx="500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47B61"/>
                </a:solidFill>
                <a:latin typeface="DejaVu Sans"/>
                <a:ea typeface="DejaVu Sans"/>
                <a:cs typeface="DejaVu Sans"/>
              </a:defRPr>
            </a:defPPr>
            <a:lvl1pPr>
              <a:defRPr sz="2175" b="1">
                <a:solidFill>
                  <a:srgbClr val="147B61"/>
                </a:solidFill>
                <a:latin typeface="DejaVu Sans"/>
                <a:ea typeface="DejaVu Sans"/>
                <a:cs typeface="DejaVu Sans"/>
              </a:defRPr>
            </a:lvl1pPr>
            <a:lvl2pPr>
              <a:defRPr sz="2175" b="1">
                <a:solidFill>
                  <a:srgbClr val="147B61"/>
                </a:solidFill>
                <a:latin typeface="DejaVu Sans"/>
                <a:ea typeface="DejaVu Sans"/>
                <a:cs typeface="DejaVu Sans"/>
              </a:defRPr>
            </a:lvl2pPr>
            <a:lvl3pPr>
              <a:defRPr sz="2175" b="1">
                <a:solidFill>
                  <a:srgbClr val="147B61"/>
                </a:solidFill>
                <a:latin typeface="DejaVu Sans"/>
                <a:ea typeface="DejaVu Sans"/>
                <a:cs typeface="DejaVu Sans"/>
              </a:defRPr>
            </a:lvl3pPr>
            <a:lvl4pPr>
              <a:defRPr sz="2175" b="1">
                <a:solidFill>
                  <a:srgbClr val="147B61"/>
                </a:solidFill>
                <a:latin typeface="DejaVu Sans"/>
                <a:ea typeface="DejaVu Sans"/>
                <a:cs typeface="DejaVu Sans"/>
              </a:defRPr>
            </a:lvl4pPr>
            <a:lvl5pPr>
              <a:defRPr sz="2175" b="1">
                <a:solidFill>
                  <a:srgbClr val="147B61"/>
                </a:solidFill>
                <a:latin typeface="DejaVu Sans"/>
                <a:ea typeface="DejaVu Sans"/>
                <a:cs typeface="DejaVu Sans"/>
              </a:defRPr>
            </a:lvl5pPr>
            <a:lvl6pPr>
              <a:defRPr sz="2175" b="1">
                <a:solidFill>
                  <a:srgbClr val="147B61"/>
                </a:solidFill>
                <a:latin typeface="DejaVu Sans"/>
                <a:ea typeface="DejaVu Sans"/>
                <a:cs typeface="DejaVu Sans"/>
              </a:defRPr>
            </a:lvl6pPr>
            <a:lvl7pPr>
              <a:defRPr sz="2175" b="1">
                <a:solidFill>
                  <a:srgbClr val="147B61"/>
                </a:solidFill>
                <a:latin typeface="DejaVu Sans"/>
                <a:ea typeface="DejaVu Sans"/>
                <a:cs typeface="DejaVu Sans"/>
              </a:defRPr>
            </a:lvl7pPr>
            <a:lvl8pPr>
              <a:defRPr sz="2175" b="1">
                <a:solidFill>
                  <a:srgbClr val="147B61"/>
                </a:solidFill>
                <a:latin typeface="DejaVu Sans"/>
                <a:ea typeface="DejaVu Sans"/>
                <a:cs typeface="DejaVu Sans"/>
              </a:defRPr>
            </a:lvl8pPr>
            <a:lvl9pPr>
              <a:defRPr sz="2175" b="1">
                <a:solidFill>
                  <a:srgbClr val="147B61"/>
                </a:solidFill>
                <a:latin typeface="DejaVu Sans"/>
                <a:ea typeface="DejaVu Sans"/>
                <a:cs typeface="DejaVu Sans"/>
              </a:defRPr>
            </a:lvl9pPr>
          </a:lstStyle>
          <a:p xmlns:a="http://schemas.openxmlformats.org/drawingml/2006/main">
            <a:pPr>
              <a:defRPr sz="2175" b="1">
                <a:solidFill>
                  <a:srgbClr val="147B61"/>
                </a:solidFill>
                <a:latin typeface="DejaVu Sans"/>
                <a:ea typeface="DejaVu Sans"/>
                <a:cs typeface="DejaVu Sans"/>
              </a:defRPr>
            </a:pPr>
            <a:r>
              <a:rPr sz="2175" b="1">
                <a:solidFill>
                  <a:srgbClr val="147B61"/>
                </a:solidFill>
                <a:latin typeface="DejaVu Sans"/>
                <a:ea typeface="DejaVu Sans"/>
                <a:cs typeface="DejaVu Sans"/>
              </a:rPr>
              <a:t>SQLiteDatabase dan Cursor</a:t>
            </a:r>
          </a:p>
        </p:txBody>
      </p:sp>
      <p:sp>
        <p:nvSpPr>
          <p:cNvPr id="8" name="text-7">
            <a:extLst xmlns:a="http://schemas.openxmlformats.org/drawingml/2006/main">
              <a:ext uri="{FF2B5EF4-FFF2-40B4-BE49-F238E27FC236}">
                <a16:creationId xmlns:a16="http://schemas.microsoft.com/office/drawing/2014/main" id="{237B16B1-AF2D-48D2-8CDD-C8957101077A}"/>
              </a:ext>
            </a:extLst>
          </p:cNvPr>
          <p:cNvSpPr>
            <a:spLocks xmlns:a="http://schemas.openxmlformats.org/drawingml/2006/main" noGrp="1"/>
          </p:cNvSpPr>
          <p:nvPr/>
        </p:nvSpPr>
        <p:spPr>
          <a:xfrm xmlns:a="http://schemas.openxmlformats.org/drawingml/2006/main">
            <a:off x="609600" y="4181475"/>
            <a:ext cx="50006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02A38"/>
                </a:solidFill>
                <a:latin typeface="DejaVu Sans"/>
                <a:ea typeface="DejaVu Sans"/>
                <a:cs typeface="DejaVu Sans"/>
              </a:defRPr>
            </a:defPPr>
            <a:lvl1pPr>
              <a:defRPr sz="2025" b="0">
                <a:solidFill>
                  <a:srgbClr val="102A38"/>
                </a:solidFill>
                <a:latin typeface="DejaVu Sans"/>
                <a:ea typeface="DejaVu Sans"/>
                <a:cs typeface="DejaVu Sans"/>
              </a:defRPr>
            </a:lvl1pPr>
            <a:lvl2pPr>
              <a:defRPr sz="2025" b="0">
                <a:solidFill>
                  <a:srgbClr val="102A38"/>
                </a:solidFill>
                <a:latin typeface="DejaVu Sans"/>
                <a:ea typeface="DejaVu Sans"/>
                <a:cs typeface="DejaVu Sans"/>
              </a:defRPr>
            </a:lvl2pPr>
            <a:lvl3pPr>
              <a:defRPr sz="2025" b="0">
                <a:solidFill>
                  <a:srgbClr val="102A38"/>
                </a:solidFill>
                <a:latin typeface="DejaVu Sans"/>
                <a:ea typeface="DejaVu Sans"/>
                <a:cs typeface="DejaVu Sans"/>
              </a:defRPr>
            </a:lvl3pPr>
            <a:lvl4pPr>
              <a:defRPr sz="2025" b="0">
                <a:solidFill>
                  <a:srgbClr val="102A38"/>
                </a:solidFill>
                <a:latin typeface="DejaVu Sans"/>
                <a:ea typeface="DejaVu Sans"/>
                <a:cs typeface="DejaVu Sans"/>
              </a:defRPr>
            </a:lvl4pPr>
            <a:lvl5pPr>
              <a:defRPr sz="2025" b="0">
                <a:solidFill>
                  <a:srgbClr val="102A38"/>
                </a:solidFill>
                <a:latin typeface="DejaVu Sans"/>
                <a:ea typeface="DejaVu Sans"/>
                <a:cs typeface="DejaVu Sans"/>
              </a:defRPr>
            </a:lvl5pPr>
            <a:lvl6pPr>
              <a:defRPr sz="2025" b="0">
                <a:solidFill>
                  <a:srgbClr val="102A38"/>
                </a:solidFill>
                <a:latin typeface="DejaVu Sans"/>
                <a:ea typeface="DejaVu Sans"/>
                <a:cs typeface="DejaVu Sans"/>
              </a:defRPr>
            </a:lvl6pPr>
            <a:lvl7pPr>
              <a:defRPr sz="2025" b="0">
                <a:solidFill>
                  <a:srgbClr val="102A38"/>
                </a:solidFill>
                <a:latin typeface="DejaVu Sans"/>
                <a:ea typeface="DejaVu Sans"/>
                <a:cs typeface="DejaVu Sans"/>
              </a:defRPr>
            </a:lvl7pPr>
            <a:lvl8pPr>
              <a:defRPr sz="2025" b="0">
                <a:solidFill>
                  <a:srgbClr val="102A38"/>
                </a:solidFill>
                <a:latin typeface="DejaVu Sans"/>
                <a:ea typeface="DejaVu Sans"/>
                <a:cs typeface="DejaVu Sans"/>
              </a:defRPr>
            </a:lvl8pPr>
            <a:lvl9pPr>
              <a:defRPr sz="2025" b="0">
                <a:solidFill>
                  <a:srgbClr val="102A38"/>
                </a:solidFill>
                <a:latin typeface="DejaVu Sans"/>
                <a:ea typeface="DejaVu Sans"/>
                <a:cs typeface="DejaVu Sans"/>
              </a:defRPr>
            </a:lvl9pPr>
          </a:lstStyle>
          <a:p xmlns:a="http://schemas.openxmlformats.org/drawingml/2006/main">
            <a:pPr>
              <a:defRPr sz="2025" b="0">
                <a:solidFill>
                  <a:srgbClr val="102A38"/>
                </a:solidFill>
                <a:latin typeface="DejaVu Sans"/>
                <a:ea typeface="DejaVu Sans"/>
                <a:cs typeface="DejaVu Sans"/>
              </a:defRPr>
            </a:pPr>
            <a:r>
              <a:rPr sz="2025" b="0">
                <a:solidFill>
                  <a:srgbClr val="102A38"/>
                </a:solidFill>
                <a:latin typeface="DejaVu Sans"/>
                <a:ea typeface="DejaVu Sans"/>
                <a:cs typeface="DejaVu Sans"/>
              </a:rPr>
              <a:t>Menjalankan operasi database serta membaca hasil query.</a:t>
            </a:r>
          </a:p>
        </p:txBody>
      </p:sp>
      <p:sp>
        <p:nvSpPr>
          <p:cNvPr id="9" name="text-8">
            <a:extLst xmlns:a="http://schemas.openxmlformats.org/drawingml/2006/main">
              <a:ext uri="{FF2B5EF4-FFF2-40B4-BE49-F238E27FC236}">
                <a16:creationId xmlns:a16="http://schemas.microsoft.com/office/drawing/2014/main" id="{ACADF4C5-5AD1-4E7E-B2DD-28A4DB0F6A52}"/>
              </a:ext>
            </a:extLst>
          </p:cNvPr>
          <p:cNvSpPr>
            <a:spLocks xmlns:a="http://schemas.openxmlformats.org/drawingml/2006/main" noGrp="1"/>
          </p:cNvSpPr>
          <p:nvPr/>
        </p:nvSpPr>
        <p:spPr>
          <a:xfrm xmlns:a="http://schemas.openxmlformats.org/drawingml/2006/main">
            <a:off x="609600" y="5400675"/>
            <a:ext cx="5048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47B61"/>
                </a:solidFill>
                <a:latin typeface="DejaVu Sans"/>
                <a:ea typeface="DejaVu Sans"/>
                <a:cs typeface="DejaVu Sans"/>
              </a:defRPr>
            </a:defPPr>
            <a:lvl1pPr>
              <a:defRPr sz="1950" b="1">
                <a:solidFill>
                  <a:srgbClr val="147B61"/>
                </a:solidFill>
                <a:latin typeface="DejaVu Sans"/>
                <a:ea typeface="DejaVu Sans"/>
                <a:cs typeface="DejaVu Sans"/>
              </a:defRPr>
            </a:lvl1pPr>
            <a:lvl2pPr>
              <a:defRPr sz="1950" b="1">
                <a:solidFill>
                  <a:srgbClr val="147B61"/>
                </a:solidFill>
                <a:latin typeface="DejaVu Sans"/>
                <a:ea typeface="DejaVu Sans"/>
                <a:cs typeface="DejaVu Sans"/>
              </a:defRPr>
            </a:lvl2pPr>
            <a:lvl3pPr>
              <a:defRPr sz="1950" b="1">
                <a:solidFill>
                  <a:srgbClr val="147B61"/>
                </a:solidFill>
                <a:latin typeface="DejaVu Sans"/>
                <a:ea typeface="DejaVu Sans"/>
                <a:cs typeface="DejaVu Sans"/>
              </a:defRPr>
            </a:lvl3pPr>
            <a:lvl4pPr>
              <a:defRPr sz="1950" b="1">
                <a:solidFill>
                  <a:srgbClr val="147B61"/>
                </a:solidFill>
                <a:latin typeface="DejaVu Sans"/>
                <a:ea typeface="DejaVu Sans"/>
                <a:cs typeface="DejaVu Sans"/>
              </a:defRPr>
            </a:lvl4pPr>
            <a:lvl5pPr>
              <a:defRPr sz="1950" b="1">
                <a:solidFill>
                  <a:srgbClr val="147B61"/>
                </a:solidFill>
                <a:latin typeface="DejaVu Sans"/>
                <a:ea typeface="DejaVu Sans"/>
                <a:cs typeface="DejaVu Sans"/>
              </a:defRPr>
            </a:lvl5pPr>
            <a:lvl6pPr>
              <a:defRPr sz="1950" b="1">
                <a:solidFill>
                  <a:srgbClr val="147B61"/>
                </a:solidFill>
                <a:latin typeface="DejaVu Sans"/>
                <a:ea typeface="DejaVu Sans"/>
                <a:cs typeface="DejaVu Sans"/>
              </a:defRPr>
            </a:lvl6pPr>
            <a:lvl7pPr>
              <a:defRPr sz="1950" b="1">
                <a:solidFill>
                  <a:srgbClr val="147B61"/>
                </a:solidFill>
                <a:latin typeface="DejaVu Sans"/>
                <a:ea typeface="DejaVu Sans"/>
                <a:cs typeface="DejaVu Sans"/>
              </a:defRPr>
            </a:lvl7pPr>
            <a:lvl8pPr>
              <a:defRPr sz="1950" b="1">
                <a:solidFill>
                  <a:srgbClr val="147B61"/>
                </a:solidFill>
                <a:latin typeface="DejaVu Sans"/>
                <a:ea typeface="DejaVu Sans"/>
                <a:cs typeface="DejaVu Sans"/>
              </a:defRPr>
            </a:lvl8pPr>
            <a:lvl9pPr>
              <a:defRPr sz="1950" b="1">
                <a:solidFill>
                  <a:srgbClr val="147B61"/>
                </a:solidFill>
                <a:latin typeface="DejaVu Sans"/>
                <a:ea typeface="DejaVu Sans"/>
                <a:cs typeface="DejaVu Sans"/>
              </a:defRPr>
            </a:lvl9pPr>
          </a:lstStyle>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Contoh database: bio_data.db</a:t>
            </a:r>
          </a:p>
          <a:p xmlns:a="http://schemas.openxmlformats.org/drawingml/2006/main">
            <a:pPr>
              <a:defRPr sz="1950" b="1">
                <a:solidFill>
                  <a:srgbClr val="147B61"/>
                </a:solidFill>
                <a:latin typeface="DejaVu Sans"/>
                <a:ea typeface="DejaVu Sans"/>
                <a:cs typeface="DejaVu Sans"/>
              </a:defRPr>
            </a:pPr>
            <a:r>
              <a:rPr sz="1950" b="1">
                <a:solidFill>
                  <a:srgbClr val="147B61"/>
                </a:solidFill>
                <a:latin typeface="DejaVu Sans"/>
                <a:ea typeface="DejaVu Sans"/>
                <a:cs typeface="DejaVu Sans"/>
              </a:rPr>
              <a:t>Tabel: biodata</a:t>
            </a:r>
          </a:p>
        </p:txBody>
      </p:sp>
      <p:graphicFrame>
        <p:nvGraphicFramePr>
          <p:cNvPr id="10" name="">
            <a:extLst xmlns:a="http://schemas.openxmlformats.org/drawingml/2006/main">
              <a:ext uri="{FF2B5EF4-FFF2-40B4-BE49-F238E27FC236}">
                <a16:creationId xmlns:a16="http://schemas.microsoft.com/office/drawing/2014/main" id="{76162400-BED4-44F0-BD20-E4384F0615EE}"/>
              </a:ext>
            </a:extLst>
          </p:cNvPr>
          <p:cNvGraphicFramePr/>
          <p:nvPr/>
        </p:nvGraphicFramePr>
        <p:xfrm>
          <a:off xmlns:a="http://schemas.openxmlformats.org/drawingml/2006/main" x="5962650" y="2000250"/>
          <a:ext xmlns:a="http://schemas.openxmlformats.org/drawingml/2006/main" cx="5619750" cy="4019550"/>
        </p:xfrm>
        <a:graphic xmlns:a="http://schemas.openxmlformats.org/drawingml/2006/main">
          <a:graphicData uri="http://schemas.openxmlformats.org/drawingml/2006/table">
            <a:tbl>
              <a:tblPr/>
              <a:tblGrid>
                <a:gridCol w="1876425"/>
                <a:gridCol w="3743325"/>
              </a:tblGrid>
              <a:tr h="533400">
                <a:tc>
                  <a:txBody>
                    <a:bodyPr lIns="95250" tIns="95250" rIns="95250" bIns="95250">
                      <a:noAutofit/>
                    </a:bodyPr>
                    <a:lstStyle/>
                    <a:p>
                      <a:r>
                        <a:rPr sz="1725" b="1">
                          <a:solidFill>
                            <a:srgbClr val="FFFFFF"/>
                          </a:solidFill>
                          <a:latin typeface="DejaVu Sans"/>
                          <a:ea typeface="DejaVu Sans"/>
                          <a:cs typeface="DejaVu Sans"/>
                        </a:rPr>
                        <a:t>Kolom</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725" b="1">
                          <a:solidFill>
                            <a:srgbClr val="FFFFFF"/>
                          </a:solidFill>
                          <a:latin typeface="DejaVu Sans"/>
                          <a:ea typeface="DejaVu Sans"/>
                          <a:cs typeface="DejaVu Sans"/>
                        </a:rPr>
                        <a:t>Makna</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697230">
                <a:tc>
                  <a:txBody>
                    <a:bodyPr lIns="95250" tIns="95250" rIns="95250" bIns="95250">
                      <a:noAutofit/>
                    </a:bodyPr>
                    <a:lstStyle/>
                    <a:p>
                      <a:r>
                        <a:rPr sz="1725" b="1">
                          <a:solidFill>
                            <a:srgbClr val="102A38"/>
                          </a:solidFill>
                          <a:latin typeface="DejaVu Sans"/>
                          <a:ea typeface="DejaVu Sans"/>
                          <a:cs typeface="DejaVu Sans"/>
                        </a:rPr>
                        <a:t>no</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ID utama, auto-increment</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97230">
                <a:tc>
                  <a:txBody>
                    <a:bodyPr lIns="95250" tIns="95250" rIns="95250" bIns="95250">
                      <a:noAutofit/>
                    </a:bodyPr>
                    <a:lstStyle/>
                    <a:p>
                      <a:r>
                        <a:rPr sz="1725" b="1">
                          <a:solidFill>
                            <a:srgbClr val="102A38"/>
                          </a:solidFill>
                          <a:latin typeface="DejaVu Sans"/>
                          <a:ea typeface="DejaVu Sans"/>
                          <a:cs typeface="DejaVu Sans"/>
                        </a:rPr>
                        <a:t>name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Nama</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97230">
                <a:tc>
                  <a:txBody>
                    <a:bodyPr lIns="95250" tIns="95250" rIns="95250" bIns="95250">
                      <a:noAutofit/>
                    </a:bodyPr>
                    <a:lstStyle/>
                    <a:p>
                      <a:r>
                        <a:rPr sz="1725" b="1">
                          <a:solidFill>
                            <a:srgbClr val="102A38"/>
                          </a:solidFill>
                          <a:latin typeface="DejaVu Sans"/>
                          <a:ea typeface="DejaVu Sans"/>
                          <a:cs typeface="DejaVu Sans"/>
                        </a:rPr>
                        <a:t>birthdate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Tanggal lahir</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697230">
                <a:tc>
                  <a:txBody>
                    <a:bodyPr lIns="95250" tIns="95250" rIns="95250" bIns="95250">
                      <a:noAutofit/>
                    </a:bodyPr>
                    <a:lstStyle/>
                    <a:p>
                      <a:r>
                        <a:rPr sz="1725" b="1">
                          <a:solidFill>
                            <a:srgbClr val="102A38"/>
                          </a:solidFill>
                          <a:latin typeface="DejaVu Sans"/>
                          <a:ea typeface="DejaVu Sans"/>
                          <a:cs typeface="DejaVu Sans"/>
                        </a:rPr>
                        <a:t>gender</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Jenis kelamin</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697230">
                <a:tc>
                  <a:txBody>
                    <a:bodyPr lIns="95250" tIns="95250" rIns="95250" bIns="95250">
                      <a:noAutofit/>
                    </a:bodyPr>
                    <a:lstStyle/>
                    <a:p>
                      <a:r>
                        <a:rPr sz="1725" b="1">
                          <a:solidFill>
                            <a:srgbClr val="102A38"/>
                          </a:solidFill>
                          <a:latin typeface="DejaVu Sans"/>
                          <a:ea typeface="DejaVu Sans"/>
                          <a:cs typeface="DejaVu Sans"/>
                        </a:rPr>
                        <a:t>address</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Alamat</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bl>
          </a:graphicData>
        </a:graphic>
      </p:graphicFrame>
    </p:spTree>
    <p:extLst>
      <p:ext uri="{BB962C8B-B14F-4D97-AF65-F5344CB8AC3E}">
        <p14:creationId xmlns:p14="http://schemas.microsoft.com/office/powerpoint/2010/main" val="932985413"/>
      </p:ext>
    </p:extLst>
  </p:cSld>
</p:sld>
</file>

<file path=ppt/slides/slide25.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21" name="text-0">
            <a:extLst xmlns:a="http://schemas.openxmlformats.org/drawingml/2006/main">
              <a:ext uri="{FF2B5EF4-FFF2-40B4-BE49-F238E27FC236}">
                <a16:creationId xmlns:a16="http://schemas.microsoft.com/office/drawing/2014/main" id="{A0FFAAB9-01CB-4E18-A700-B2C92FA50E59}"/>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05 / PENYIMPANAN DATA</a:t>
            </a:r>
          </a:p>
        </p:txBody>
      </p:sp>
      <p:sp>
        <p:nvSpPr>
          <p:cNvPr id="2" name="slide-title">
            <a:extLst xmlns:a="http://schemas.openxmlformats.org/drawingml/2006/main">
              <a:ext uri="{FF2B5EF4-FFF2-40B4-BE49-F238E27FC236}">
                <a16:creationId xmlns:a16="http://schemas.microsoft.com/office/drawing/2014/main" id="{C7E4494C-3CC7-4926-9069-07C330B601BA}"/>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Contoh modul: CRUD biodata</a:t>
            </a:r>
          </a:p>
        </p:txBody>
      </p:sp>
      <p:sp>
        <p:nvSpPr>
          <p:cNvPr id="3" name="text-2">
            <a:extLst xmlns:a="http://schemas.openxmlformats.org/drawingml/2006/main">
              <a:ext uri="{FF2B5EF4-FFF2-40B4-BE49-F238E27FC236}">
                <a16:creationId xmlns:a16="http://schemas.microsoft.com/office/drawing/2014/main" id="{60850190-A65F-4349-A6A8-513F3815F9D8}"/>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5, hlm. PDF 17–31. Tampilan aplikasi dari modul</a:t>
            </a:r>
          </a:p>
        </p:txBody>
      </p:sp>
      <p:sp>
        <p:nvSpPr>
          <p:cNvPr id="4" name="text-3">
            <a:extLst xmlns:a="http://schemas.openxmlformats.org/drawingml/2006/main">
              <a:ext uri="{FF2B5EF4-FFF2-40B4-BE49-F238E27FC236}">
                <a16:creationId xmlns:a16="http://schemas.microsoft.com/office/drawing/2014/main" id="{451B1916-53E1-4F0A-9031-71FC7BC10B3F}"/>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25</a:t>
            </a:r>
          </a:p>
        </p:txBody>
      </p:sp>
      <p:pic>
        <p:nvPicPr>
          <p:cNvPr id="5" name="">
            <a:extLst xmlns:a="http://schemas.openxmlformats.org/drawingml/2006/main">
              <a:ext uri="{FF2B5EF4-FFF2-40B4-BE49-F238E27FC236}">
                <a16:creationId xmlns:a16="http://schemas.microsoft.com/office/drawing/2014/main" id="{9030F084-F9AA-479E-9532-0ED3E7263FBC}"/>
              </a:ext>
            </a:extLst>
          </p:cNvPr>
          <p:cNvPicPr>
            <a:picLocks xmlns:a="http://schemas.openxmlformats.org/drawingml/2006/main" noChangeAspect="1"/>
          </p:cNvPicPr>
          <p:nvPr/>
        </p:nvPicPr>
        <p:blipFill>
          <a:blip xmlns:r="http://schemas.openxmlformats.org/officeDocument/2006/relationships" xmlns:a="http://schemas.openxmlformats.org/drawingml/2006/main" r:embed="Rb9b34023a7be4288"/>
          <a:stretch xmlns:a="http://schemas.openxmlformats.org/drawingml/2006/main"/>
        </p:blipFill>
        <p:spPr>
          <a:xfrm xmlns:a="http://schemas.openxmlformats.org/drawingml/2006/main">
            <a:off x="628650" y="2033410"/>
            <a:ext cx="2114550" cy="336268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F155B78-DCD4-43EA-8145-25E42CDB8D11}"/>
              </a:ext>
            </a:extLst>
          </p:cNvPr>
          <p:cNvPicPr>
            <a:picLocks xmlns:a="http://schemas.openxmlformats.org/drawingml/2006/main" noChangeAspect="1"/>
          </p:cNvPicPr>
          <p:nvPr/>
        </p:nvPicPr>
        <p:blipFill>
          <a:blip xmlns:r="http://schemas.openxmlformats.org/officeDocument/2006/relationships" xmlns:a="http://schemas.openxmlformats.org/drawingml/2006/main" r:embed="R7c500918a4514d1c"/>
          <a:stretch xmlns:a="http://schemas.openxmlformats.org/drawingml/2006/main"/>
        </p:blipFill>
        <p:spPr>
          <a:xfrm xmlns:a="http://schemas.openxmlformats.org/drawingml/2006/main">
            <a:off x="2990850" y="2029239"/>
            <a:ext cx="2114550" cy="3371022"/>
          </a:xfrm>
          <a:prstGeom xmlns:a="http://schemas.openxmlformats.org/drawingml/2006/main" prst="rect">
            <a:avLst/>
          </a:prstGeom>
        </p:spPr>
      </p:pic>
      <p:sp>
        <p:nvSpPr>
          <p:cNvPr id="7" name="text-4">
            <a:extLst xmlns:a="http://schemas.openxmlformats.org/drawingml/2006/main">
              <a:ext uri="{FF2B5EF4-FFF2-40B4-BE49-F238E27FC236}">
                <a16:creationId xmlns:a16="http://schemas.microsoft.com/office/drawing/2014/main" id="{8C4C0CF9-3BC7-448A-A4E4-884543B15174}"/>
              </a:ext>
            </a:extLst>
          </p:cNvPr>
          <p:cNvSpPr>
            <a:spLocks xmlns:a="http://schemas.openxmlformats.org/drawingml/2006/main" noGrp="1"/>
          </p:cNvSpPr>
          <p:nvPr/>
        </p:nvSpPr>
        <p:spPr>
          <a:xfrm xmlns:a="http://schemas.openxmlformats.org/drawingml/2006/main">
            <a:off x="628650" y="560070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147B61"/>
                </a:solidFill>
                <a:latin typeface="DejaVu Sans"/>
                <a:ea typeface="DejaVu Sans"/>
                <a:cs typeface="DejaVu Sans"/>
              </a:defRPr>
            </a:defPPr>
            <a:lvl1pPr>
              <a:defRPr sz="1725" b="1">
                <a:solidFill>
                  <a:srgbClr val="147B61"/>
                </a:solidFill>
                <a:latin typeface="DejaVu Sans"/>
                <a:ea typeface="DejaVu Sans"/>
                <a:cs typeface="DejaVu Sans"/>
              </a:defRPr>
            </a:lvl1pPr>
            <a:lvl2pPr>
              <a:defRPr sz="1725" b="1">
                <a:solidFill>
                  <a:srgbClr val="147B61"/>
                </a:solidFill>
                <a:latin typeface="DejaVu Sans"/>
                <a:ea typeface="DejaVu Sans"/>
                <a:cs typeface="DejaVu Sans"/>
              </a:defRPr>
            </a:lvl2pPr>
            <a:lvl3pPr>
              <a:defRPr sz="1725" b="1">
                <a:solidFill>
                  <a:srgbClr val="147B61"/>
                </a:solidFill>
                <a:latin typeface="DejaVu Sans"/>
                <a:ea typeface="DejaVu Sans"/>
                <a:cs typeface="DejaVu Sans"/>
              </a:defRPr>
            </a:lvl3pPr>
            <a:lvl4pPr>
              <a:defRPr sz="1725" b="1">
                <a:solidFill>
                  <a:srgbClr val="147B61"/>
                </a:solidFill>
                <a:latin typeface="DejaVu Sans"/>
                <a:ea typeface="DejaVu Sans"/>
                <a:cs typeface="DejaVu Sans"/>
              </a:defRPr>
            </a:lvl4pPr>
            <a:lvl5pPr>
              <a:defRPr sz="1725" b="1">
                <a:solidFill>
                  <a:srgbClr val="147B61"/>
                </a:solidFill>
                <a:latin typeface="DejaVu Sans"/>
                <a:ea typeface="DejaVu Sans"/>
                <a:cs typeface="DejaVu Sans"/>
              </a:defRPr>
            </a:lvl5pPr>
            <a:lvl6pPr>
              <a:defRPr sz="1725" b="1">
                <a:solidFill>
                  <a:srgbClr val="147B61"/>
                </a:solidFill>
                <a:latin typeface="DejaVu Sans"/>
                <a:ea typeface="DejaVu Sans"/>
                <a:cs typeface="DejaVu Sans"/>
              </a:defRPr>
            </a:lvl6pPr>
            <a:lvl7pPr>
              <a:defRPr sz="1725" b="1">
                <a:solidFill>
                  <a:srgbClr val="147B61"/>
                </a:solidFill>
                <a:latin typeface="DejaVu Sans"/>
                <a:ea typeface="DejaVu Sans"/>
                <a:cs typeface="DejaVu Sans"/>
              </a:defRPr>
            </a:lvl7pPr>
            <a:lvl8pPr>
              <a:defRPr sz="1725" b="1">
                <a:solidFill>
                  <a:srgbClr val="147B61"/>
                </a:solidFill>
                <a:latin typeface="DejaVu Sans"/>
                <a:ea typeface="DejaVu Sans"/>
                <a:cs typeface="DejaVu Sans"/>
              </a:defRPr>
            </a:lvl8pPr>
            <a:lvl9pPr>
              <a:defRPr sz="1725" b="1">
                <a:solidFill>
                  <a:srgbClr val="147B61"/>
                </a:solidFill>
                <a:latin typeface="DejaVu Sans"/>
                <a:ea typeface="DejaVu Sans"/>
                <a:cs typeface="DejaVu Sans"/>
              </a:defRPr>
            </a:lvl9pPr>
          </a:lstStyle>
          <a:p xmlns:a="http://schemas.openxmlformats.org/drawingml/2006/main">
            <a:pPr>
              <a:defRPr sz="1725" b="1">
                <a:solidFill>
                  <a:srgbClr val="147B61"/>
                </a:solidFill>
                <a:latin typeface="DejaVu Sans"/>
                <a:ea typeface="DejaVu Sans"/>
                <a:cs typeface="DejaVu Sans"/>
              </a:defRPr>
            </a:pPr>
            <a:r>
              <a:rPr sz="1725" b="1">
                <a:solidFill>
                  <a:srgbClr val="147B61"/>
                </a:solidFill>
                <a:latin typeface="DejaVu Sans"/>
                <a:ea typeface="DejaVu Sans"/>
                <a:cs typeface="DejaVu Sans"/>
              </a:rPr>
              <a:t>Daftar biodata</a:t>
            </a:r>
          </a:p>
        </p:txBody>
      </p:sp>
      <p:sp>
        <p:nvSpPr>
          <p:cNvPr id="8" name="text-5">
            <a:extLst xmlns:a="http://schemas.openxmlformats.org/drawingml/2006/main">
              <a:ext uri="{FF2B5EF4-FFF2-40B4-BE49-F238E27FC236}">
                <a16:creationId xmlns:a16="http://schemas.microsoft.com/office/drawing/2014/main" id="{2A8DA9BA-657F-4BDF-A698-232B5D5B461F}"/>
              </a:ext>
            </a:extLst>
          </p:cNvPr>
          <p:cNvSpPr>
            <a:spLocks xmlns:a="http://schemas.openxmlformats.org/drawingml/2006/main" noGrp="1"/>
          </p:cNvSpPr>
          <p:nvPr/>
        </p:nvSpPr>
        <p:spPr>
          <a:xfrm xmlns:a="http://schemas.openxmlformats.org/drawingml/2006/main">
            <a:off x="2990850" y="560070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147B61"/>
                </a:solidFill>
                <a:latin typeface="DejaVu Sans"/>
                <a:ea typeface="DejaVu Sans"/>
                <a:cs typeface="DejaVu Sans"/>
              </a:defRPr>
            </a:defPPr>
            <a:lvl1pPr>
              <a:defRPr sz="1725" b="1">
                <a:solidFill>
                  <a:srgbClr val="147B61"/>
                </a:solidFill>
                <a:latin typeface="DejaVu Sans"/>
                <a:ea typeface="DejaVu Sans"/>
                <a:cs typeface="DejaVu Sans"/>
              </a:defRPr>
            </a:lvl1pPr>
            <a:lvl2pPr>
              <a:defRPr sz="1725" b="1">
                <a:solidFill>
                  <a:srgbClr val="147B61"/>
                </a:solidFill>
                <a:latin typeface="DejaVu Sans"/>
                <a:ea typeface="DejaVu Sans"/>
                <a:cs typeface="DejaVu Sans"/>
              </a:defRPr>
            </a:lvl2pPr>
            <a:lvl3pPr>
              <a:defRPr sz="1725" b="1">
                <a:solidFill>
                  <a:srgbClr val="147B61"/>
                </a:solidFill>
                <a:latin typeface="DejaVu Sans"/>
                <a:ea typeface="DejaVu Sans"/>
                <a:cs typeface="DejaVu Sans"/>
              </a:defRPr>
            </a:lvl3pPr>
            <a:lvl4pPr>
              <a:defRPr sz="1725" b="1">
                <a:solidFill>
                  <a:srgbClr val="147B61"/>
                </a:solidFill>
                <a:latin typeface="DejaVu Sans"/>
                <a:ea typeface="DejaVu Sans"/>
                <a:cs typeface="DejaVu Sans"/>
              </a:defRPr>
            </a:lvl4pPr>
            <a:lvl5pPr>
              <a:defRPr sz="1725" b="1">
                <a:solidFill>
                  <a:srgbClr val="147B61"/>
                </a:solidFill>
                <a:latin typeface="DejaVu Sans"/>
                <a:ea typeface="DejaVu Sans"/>
                <a:cs typeface="DejaVu Sans"/>
              </a:defRPr>
            </a:lvl5pPr>
            <a:lvl6pPr>
              <a:defRPr sz="1725" b="1">
                <a:solidFill>
                  <a:srgbClr val="147B61"/>
                </a:solidFill>
                <a:latin typeface="DejaVu Sans"/>
                <a:ea typeface="DejaVu Sans"/>
                <a:cs typeface="DejaVu Sans"/>
              </a:defRPr>
            </a:lvl6pPr>
            <a:lvl7pPr>
              <a:defRPr sz="1725" b="1">
                <a:solidFill>
                  <a:srgbClr val="147B61"/>
                </a:solidFill>
                <a:latin typeface="DejaVu Sans"/>
                <a:ea typeface="DejaVu Sans"/>
                <a:cs typeface="DejaVu Sans"/>
              </a:defRPr>
            </a:lvl7pPr>
            <a:lvl8pPr>
              <a:defRPr sz="1725" b="1">
                <a:solidFill>
                  <a:srgbClr val="147B61"/>
                </a:solidFill>
                <a:latin typeface="DejaVu Sans"/>
                <a:ea typeface="DejaVu Sans"/>
                <a:cs typeface="DejaVu Sans"/>
              </a:defRPr>
            </a:lvl8pPr>
            <a:lvl9pPr>
              <a:defRPr sz="1725" b="1">
                <a:solidFill>
                  <a:srgbClr val="147B61"/>
                </a:solidFill>
                <a:latin typeface="DejaVu Sans"/>
                <a:ea typeface="DejaVu Sans"/>
                <a:cs typeface="DejaVu Sans"/>
              </a:defRPr>
            </a:lvl9pPr>
          </a:lstStyle>
          <a:p xmlns:a="http://schemas.openxmlformats.org/drawingml/2006/main">
            <a:pPr>
              <a:defRPr sz="1725" b="1">
                <a:solidFill>
                  <a:srgbClr val="147B61"/>
                </a:solidFill>
                <a:latin typeface="DejaVu Sans"/>
                <a:ea typeface="DejaVu Sans"/>
                <a:cs typeface="DejaVu Sans"/>
              </a:defRPr>
            </a:pPr>
            <a:r>
              <a:rPr sz="1725" b="1">
                <a:solidFill>
                  <a:srgbClr val="147B61"/>
                </a:solidFill>
                <a:latin typeface="DejaVu Sans"/>
                <a:ea typeface="DejaVu Sans"/>
                <a:cs typeface="DejaVu Sans"/>
              </a:rPr>
              <a:t>Form input</a:t>
            </a:r>
          </a:p>
        </p:txBody>
      </p:sp>
      <p:sp>
        <p:nvSpPr>
          <p:cNvPr id="9" name="text-6">
            <a:extLst xmlns:a="http://schemas.openxmlformats.org/drawingml/2006/main">
              <a:ext uri="{FF2B5EF4-FFF2-40B4-BE49-F238E27FC236}">
                <a16:creationId xmlns:a16="http://schemas.microsoft.com/office/drawing/2014/main" id="{EBC8C023-78BF-42BB-930F-D42744C80E13}"/>
              </a:ext>
            </a:extLst>
          </p:cNvPr>
          <p:cNvSpPr>
            <a:spLocks xmlns:a="http://schemas.openxmlformats.org/drawingml/2006/main" noGrp="1"/>
          </p:cNvSpPr>
          <p:nvPr/>
        </p:nvSpPr>
        <p:spPr>
          <a:xfrm xmlns:a="http://schemas.openxmlformats.org/drawingml/2006/main">
            <a:off x="5705475" y="202882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01</a:t>
            </a:r>
          </a:p>
        </p:txBody>
      </p:sp>
      <p:sp>
        <p:nvSpPr>
          <p:cNvPr id="10" name="text-7">
            <a:extLst xmlns:a="http://schemas.openxmlformats.org/drawingml/2006/main">
              <a:ext uri="{FF2B5EF4-FFF2-40B4-BE49-F238E27FC236}">
                <a16:creationId xmlns:a16="http://schemas.microsoft.com/office/drawing/2014/main" id="{0BB10C0B-9D43-406D-BB1A-913F413B1352}"/>
              </a:ext>
            </a:extLst>
          </p:cNvPr>
          <p:cNvSpPr>
            <a:spLocks xmlns:a="http://schemas.openxmlformats.org/drawingml/2006/main" noGrp="1"/>
          </p:cNvSpPr>
          <p:nvPr/>
        </p:nvSpPr>
        <p:spPr>
          <a:xfrm xmlns:a="http://schemas.openxmlformats.org/drawingml/2006/main">
            <a:off x="6562725" y="20288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Create</a:t>
            </a:r>
          </a:p>
        </p:txBody>
      </p:sp>
      <p:sp>
        <p:nvSpPr>
          <p:cNvPr id="11" name="text-8">
            <a:extLst xmlns:a="http://schemas.openxmlformats.org/drawingml/2006/main">
              <a:ext uri="{FF2B5EF4-FFF2-40B4-BE49-F238E27FC236}">
                <a16:creationId xmlns:a16="http://schemas.microsoft.com/office/drawing/2014/main" id="{5692B7BD-0A5F-48C9-91F3-B930B4A65367}"/>
              </a:ext>
            </a:extLst>
          </p:cNvPr>
          <p:cNvSpPr>
            <a:spLocks xmlns:a="http://schemas.openxmlformats.org/drawingml/2006/main" noGrp="1"/>
          </p:cNvSpPr>
          <p:nvPr/>
        </p:nvSpPr>
        <p:spPr>
          <a:xfrm xmlns:a="http://schemas.openxmlformats.org/drawingml/2006/main">
            <a:off x="6562725" y="241935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Form menyimpan record baru.</a:t>
            </a:r>
          </a:p>
        </p:txBody>
      </p:sp>
      <p:sp>
        <p:nvSpPr>
          <p:cNvPr id="12" name="text-9">
            <a:extLst xmlns:a="http://schemas.openxmlformats.org/drawingml/2006/main">
              <a:ext uri="{FF2B5EF4-FFF2-40B4-BE49-F238E27FC236}">
                <a16:creationId xmlns:a16="http://schemas.microsoft.com/office/drawing/2014/main" id="{11010B55-10D3-4414-83AA-B85B0C349EEA}"/>
              </a:ext>
            </a:extLst>
          </p:cNvPr>
          <p:cNvSpPr>
            <a:spLocks xmlns:a="http://schemas.openxmlformats.org/drawingml/2006/main" noGrp="1"/>
          </p:cNvSpPr>
          <p:nvPr/>
        </p:nvSpPr>
        <p:spPr>
          <a:xfrm xmlns:a="http://schemas.openxmlformats.org/drawingml/2006/main">
            <a:off x="5705475" y="297180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02</a:t>
            </a:r>
          </a:p>
        </p:txBody>
      </p:sp>
      <p:sp>
        <p:nvSpPr>
          <p:cNvPr id="13" name="text-10">
            <a:extLst xmlns:a="http://schemas.openxmlformats.org/drawingml/2006/main">
              <a:ext uri="{FF2B5EF4-FFF2-40B4-BE49-F238E27FC236}">
                <a16:creationId xmlns:a16="http://schemas.microsoft.com/office/drawing/2014/main" id="{C288B844-F4AA-4575-A1DC-03C031AA8E6B}"/>
              </a:ext>
            </a:extLst>
          </p:cNvPr>
          <p:cNvSpPr>
            <a:spLocks xmlns:a="http://schemas.openxmlformats.org/drawingml/2006/main" noGrp="1"/>
          </p:cNvSpPr>
          <p:nvPr/>
        </p:nvSpPr>
        <p:spPr>
          <a:xfrm xmlns:a="http://schemas.openxmlformats.org/drawingml/2006/main">
            <a:off x="6562725" y="29718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Read</a:t>
            </a:r>
          </a:p>
        </p:txBody>
      </p:sp>
      <p:sp>
        <p:nvSpPr>
          <p:cNvPr id="14" name="text-11">
            <a:extLst xmlns:a="http://schemas.openxmlformats.org/drawingml/2006/main">
              <a:ext uri="{FF2B5EF4-FFF2-40B4-BE49-F238E27FC236}">
                <a16:creationId xmlns:a16="http://schemas.microsoft.com/office/drawing/2014/main" id="{59AABAFA-3011-46F4-BBFA-7A81BC225F9D}"/>
              </a:ext>
            </a:extLst>
          </p:cNvPr>
          <p:cNvSpPr>
            <a:spLocks xmlns:a="http://schemas.openxmlformats.org/drawingml/2006/main" noGrp="1"/>
          </p:cNvSpPr>
          <p:nvPr/>
        </p:nvSpPr>
        <p:spPr>
          <a:xfrm xmlns:a="http://schemas.openxmlformats.org/drawingml/2006/main">
            <a:off x="6562725" y="3362325"/>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Query menampilkan daftar dan detail.</a:t>
            </a:r>
          </a:p>
        </p:txBody>
      </p:sp>
      <p:sp>
        <p:nvSpPr>
          <p:cNvPr id="15" name="text-12">
            <a:extLst xmlns:a="http://schemas.openxmlformats.org/drawingml/2006/main">
              <a:ext uri="{FF2B5EF4-FFF2-40B4-BE49-F238E27FC236}">
                <a16:creationId xmlns:a16="http://schemas.microsoft.com/office/drawing/2014/main" id="{BE373641-EB6A-436D-85E3-3E1CC44AB877}"/>
              </a:ext>
            </a:extLst>
          </p:cNvPr>
          <p:cNvSpPr>
            <a:spLocks xmlns:a="http://schemas.openxmlformats.org/drawingml/2006/main" noGrp="1"/>
          </p:cNvSpPr>
          <p:nvPr/>
        </p:nvSpPr>
        <p:spPr>
          <a:xfrm xmlns:a="http://schemas.openxmlformats.org/drawingml/2006/main">
            <a:off x="5705475" y="391477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03</a:t>
            </a:r>
          </a:p>
        </p:txBody>
      </p:sp>
      <p:sp>
        <p:nvSpPr>
          <p:cNvPr id="16" name="text-13">
            <a:extLst xmlns:a="http://schemas.openxmlformats.org/drawingml/2006/main">
              <a:ext uri="{FF2B5EF4-FFF2-40B4-BE49-F238E27FC236}">
                <a16:creationId xmlns:a16="http://schemas.microsoft.com/office/drawing/2014/main" id="{76249A04-5F4D-4659-942F-4F50F4C72102}"/>
              </a:ext>
            </a:extLst>
          </p:cNvPr>
          <p:cNvSpPr>
            <a:spLocks xmlns:a="http://schemas.openxmlformats.org/drawingml/2006/main" noGrp="1"/>
          </p:cNvSpPr>
          <p:nvPr/>
        </p:nvSpPr>
        <p:spPr>
          <a:xfrm xmlns:a="http://schemas.openxmlformats.org/drawingml/2006/main">
            <a:off x="6562725" y="39147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Update</a:t>
            </a:r>
          </a:p>
        </p:txBody>
      </p:sp>
      <p:sp>
        <p:nvSpPr>
          <p:cNvPr id="17" name="text-14">
            <a:extLst xmlns:a="http://schemas.openxmlformats.org/drawingml/2006/main">
              <a:ext uri="{FF2B5EF4-FFF2-40B4-BE49-F238E27FC236}">
                <a16:creationId xmlns:a16="http://schemas.microsoft.com/office/drawing/2014/main" id="{3E4F0DB6-5C71-4566-AB4D-AD51051B3025}"/>
              </a:ext>
            </a:extLst>
          </p:cNvPr>
          <p:cNvSpPr>
            <a:spLocks xmlns:a="http://schemas.openxmlformats.org/drawingml/2006/main" noGrp="1"/>
          </p:cNvSpPr>
          <p:nvPr/>
        </p:nvSpPr>
        <p:spPr>
          <a:xfrm xmlns:a="http://schemas.openxmlformats.org/drawingml/2006/main">
            <a:off x="6562725" y="43053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Form mengubah record terpilih.</a:t>
            </a:r>
          </a:p>
        </p:txBody>
      </p:sp>
      <p:sp>
        <p:nvSpPr>
          <p:cNvPr id="18" name="text-15">
            <a:extLst xmlns:a="http://schemas.openxmlformats.org/drawingml/2006/main">
              <a:ext uri="{FF2B5EF4-FFF2-40B4-BE49-F238E27FC236}">
                <a16:creationId xmlns:a16="http://schemas.microsoft.com/office/drawing/2014/main" id="{FA1D000B-E950-4EFC-BEBE-8452F302C514}"/>
              </a:ext>
            </a:extLst>
          </p:cNvPr>
          <p:cNvSpPr>
            <a:spLocks xmlns:a="http://schemas.openxmlformats.org/drawingml/2006/main" noGrp="1"/>
          </p:cNvSpPr>
          <p:nvPr/>
        </p:nvSpPr>
        <p:spPr>
          <a:xfrm xmlns:a="http://schemas.openxmlformats.org/drawingml/2006/main">
            <a:off x="5705475" y="48577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04</a:t>
            </a:r>
          </a:p>
        </p:txBody>
      </p:sp>
      <p:sp>
        <p:nvSpPr>
          <p:cNvPr id="19" name="text-16">
            <a:extLst xmlns:a="http://schemas.openxmlformats.org/drawingml/2006/main">
              <a:ext uri="{FF2B5EF4-FFF2-40B4-BE49-F238E27FC236}">
                <a16:creationId xmlns:a16="http://schemas.microsoft.com/office/drawing/2014/main" id="{0C085898-6E3E-478A-8DD6-9CC06BFBCB92}"/>
              </a:ext>
            </a:extLst>
          </p:cNvPr>
          <p:cNvSpPr>
            <a:spLocks xmlns:a="http://schemas.openxmlformats.org/drawingml/2006/main" noGrp="1"/>
          </p:cNvSpPr>
          <p:nvPr/>
        </p:nvSpPr>
        <p:spPr>
          <a:xfrm xmlns:a="http://schemas.openxmlformats.org/drawingml/2006/main">
            <a:off x="6562725" y="4857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1">
                <a:solidFill>
                  <a:srgbClr val="102A38"/>
                </a:solidFill>
                <a:latin typeface="DejaVu Sans"/>
                <a:ea typeface="DejaVu Sans"/>
                <a:cs typeface="DejaVu Sans"/>
              </a:defRPr>
            </a:defPPr>
            <a:lvl1pPr>
              <a:defRPr sz="2025" b="1">
                <a:solidFill>
                  <a:srgbClr val="102A38"/>
                </a:solidFill>
                <a:latin typeface="DejaVu Sans"/>
                <a:ea typeface="DejaVu Sans"/>
                <a:cs typeface="DejaVu Sans"/>
              </a:defRPr>
            </a:lvl1pPr>
            <a:lvl2pPr>
              <a:defRPr sz="2025" b="1">
                <a:solidFill>
                  <a:srgbClr val="102A38"/>
                </a:solidFill>
                <a:latin typeface="DejaVu Sans"/>
                <a:ea typeface="DejaVu Sans"/>
                <a:cs typeface="DejaVu Sans"/>
              </a:defRPr>
            </a:lvl2pPr>
            <a:lvl3pPr>
              <a:defRPr sz="2025" b="1">
                <a:solidFill>
                  <a:srgbClr val="102A38"/>
                </a:solidFill>
                <a:latin typeface="DejaVu Sans"/>
                <a:ea typeface="DejaVu Sans"/>
                <a:cs typeface="DejaVu Sans"/>
              </a:defRPr>
            </a:lvl3pPr>
            <a:lvl4pPr>
              <a:defRPr sz="2025" b="1">
                <a:solidFill>
                  <a:srgbClr val="102A38"/>
                </a:solidFill>
                <a:latin typeface="DejaVu Sans"/>
                <a:ea typeface="DejaVu Sans"/>
                <a:cs typeface="DejaVu Sans"/>
              </a:defRPr>
            </a:lvl4pPr>
            <a:lvl5pPr>
              <a:defRPr sz="2025" b="1">
                <a:solidFill>
                  <a:srgbClr val="102A38"/>
                </a:solidFill>
                <a:latin typeface="DejaVu Sans"/>
                <a:ea typeface="DejaVu Sans"/>
                <a:cs typeface="DejaVu Sans"/>
              </a:defRPr>
            </a:lvl5pPr>
            <a:lvl6pPr>
              <a:defRPr sz="2025" b="1">
                <a:solidFill>
                  <a:srgbClr val="102A38"/>
                </a:solidFill>
                <a:latin typeface="DejaVu Sans"/>
                <a:ea typeface="DejaVu Sans"/>
                <a:cs typeface="DejaVu Sans"/>
              </a:defRPr>
            </a:lvl6pPr>
            <a:lvl7pPr>
              <a:defRPr sz="2025" b="1">
                <a:solidFill>
                  <a:srgbClr val="102A38"/>
                </a:solidFill>
                <a:latin typeface="DejaVu Sans"/>
                <a:ea typeface="DejaVu Sans"/>
                <a:cs typeface="DejaVu Sans"/>
              </a:defRPr>
            </a:lvl7pPr>
            <a:lvl8pPr>
              <a:defRPr sz="2025" b="1">
                <a:solidFill>
                  <a:srgbClr val="102A38"/>
                </a:solidFill>
                <a:latin typeface="DejaVu Sans"/>
                <a:ea typeface="DejaVu Sans"/>
                <a:cs typeface="DejaVu Sans"/>
              </a:defRPr>
            </a:lvl8pPr>
            <a:lvl9pPr>
              <a:defRPr sz="2025" b="1">
                <a:solidFill>
                  <a:srgbClr val="102A38"/>
                </a:solidFill>
                <a:latin typeface="DejaVu Sans"/>
                <a:ea typeface="DejaVu Sans"/>
                <a:cs typeface="DejaVu Sans"/>
              </a:defRPr>
            </a:lvl9pPr>
          </a:lstStyle>
          <a:p xmlns:a="http://schemas.openxmlformats.org/drawingml/2006/main">
            <a:pPr>
              <a:defRPr sz="2025" b="1">
                <a:solidFill>
                  <a:srgbClr val="102A38"/>
                </a:solidFill>
                <a:latin typeface="DejaVu Sans"/>
                <a:ea typeface="DejaVu Sans"/>
                <a:cs typeface="DejaVu Sans"/>
              </a:defRPr>
            </a:pPr>
            <a:r>
              <a:rPr sz="2025" b="1">
                <a:solidFill>
                  <a:srgbClr val="102A38"/>
                </a:solidFill>
                <a:latin typeface="DejaVu Sans"/>
                <a:ea typeface="DejaVu Sans"/>
                <a:cs typeface="DejaVu Sans"/>
              </a:rPr>
              <a:t>Delete</a:t>
            </a:r>
          </a:p>
        </p:txBody>
      </p:sp>
      <p:sp>
        <p:nvSpPr>
          <p:cNvPr id="20" name="text-17">
            <a:extLst xmlns:a="http://schemas.openxmlformats.org/drawingml/2006/main">
              <a:ext uri="{FF2B5EF4-FFF2-40B4-BE49-F238E27FC236}">
                <a16:creationId xmlns:a16="http://schemas.microsoft.com/office/drawing/2014/main" id="{41AA8019-C1F6-4CFE-9992-DC88190BE309}"/>
              </a:ext>
            </a:extLst>
          </p:cNvPr>
          <p:cNvSpPr>
            <a:spLocks xmlns:a="http://schemas.openxmlformats.org/drawingml/2006/main" noGrp="1"/>
          </p:cNvSpPr>
          <p:nvPr/>
        </p:nvSpPr>
        <p:spPr>
          <a:xfrm xmlns:a="http://schemas.openxmlformats.org/drawingml/2006/main">
            <a:off x="6562725" y="5248275"/>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Aksi pengguna menghapus record.</a:t>
            </a:r>
          </a:p>
        </p:txBody>
      </p:sp>
    </p:spTree>
    <p:extLst>
      <p:ext uri="{BB962C8B-B14F-4D97-AF65-F5344CB8AC3E}">
        <p14:creationId xmlns:p14="http://schemas.microsoft.com/office/powerpoint/2010/main" val="990590622"/>
      </p:ext>
    </p:extLst>
  </p:cSld>
</p:sld>
</file>

<file path=ppt/slides/slide2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7A7BBC3-946E-4279-BFA5-75460A12B425}"/>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06 / FIREBASE</a:t>
            </a:r>
          </a:p>
        </p:txBody>
      </p:sp>
      <p:sp>
        <p:nvSpPr>
          <p:cNvPr id="2" name="slide-title">
            <a:extLst xmlns:a="http://schemas.openxmlformats.org/drawingml/2006/main">
              <a:ext uri="{FF2B5EF4-FFF2-40B4-BE49-F238E27FC236}">
                <a16:creationId xmlns:a16="http://schemas.microsoft.com/office/drawing/2014/main" id="{96E1E02B-4E28-4F1A-A2F7-12FFC9091AB1}"/>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Firebase Realtime Database</a:t>
            </a:r>
          </a:p>
        </p:txBody>
      </p:sp>
      <p:sp>
        <p:nvSpPr>
          <p:cNvPr id="3" name="text-2">
            <a:extLst xmlns:a="http://schemas.openxmlformats.org/drawingml/2006/main">
              <a:ext uri="{FF2B5EF4-FFF2-40B4-BE49-F238E27FC236}">
                <a16:creationId xmlns:a16="http://schemas.microsoft.com/office/drawing/2014/main" id="{756D0530-F964-4AEC-9625-D68844459517}"/>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6, hlm. PDF 4–5 dan 12–15</a:t>
            </a:r>
          </a:p>
        </p:txBody>
      </p:sp>
      <p:sp>
        <p:nvSpPr>
          <p:cNvPr id="4" name="text-3">
            <a:extLst xmlns:a="http://schemas.openxmlformats.org/drawingml/2006/main">
              <a:ext uri="{FF2B5EF4-FFF2-40B4-BE49-F238E27FC236}">
                <a16:creationId xmlns:a16="http://schemas.microsoft.com/office/drawing/2014/main" id="{90DFACE9-1886-46C9-A141-B8A8DD9980B7}"/>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26</a:t>
            </a:r>
          </a:p>
        </p:txBody>
      </p:sp>
      <p:sp>
        <p:nvSpPr>
          <p:cNvPr id="5" name="text-4">
            <a:extLst xmlns:a="http://schemas.openxmlformats.org/drawingml/2006/main">
              <a:ext uri="{FF2B5EF4-FFF2-40B4-BE49-F238E27FC236}">
                <a16:creationId xmlns:a16="http://schemas.microsoft.com/office/drawing/2014/main" id="{EAF9DCA4-7701-486E-81F3-41B8E1B6CA05}"/>
              </a:ext>
            </a:extLst>
          </p:cNvPr>
          <p:cNvSpPr>
            <a:spLocks xmlns:a="http://schemas.openxmlformats.org/drawingml/2006/main" noGrp="1"/>
          </p:cNvSpPr>
          <p:nvPr/>
        </p:nvSpPr>
        <p:spPr>
          <a:xfrm xmlns:a="http://schemas.openxmlformats.org/drawingml/2006/main">
            <a:off x="609600" y="2152650"/>
            <a:ext cx="642937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7DE2BA"/>
                </a:solidFill>
                <a:latin typeface="DejaVu Sans"/>
                <a:ea typeface="DejaVu Sans"/>
                <a:cs typeface="DejaVu Sans"/>
              </a:defRPr>
            </a:defPPr>
            <a:lvl1pPr>
              <a:defRPr sz="3900" b="1">
                <a:solidFill>
                  <a:srgbClr val="7DE2BA"/>
                </a:solidFill>
                <a:latin typeface="DejaVu Sans"/>
                <a:ea typeface="DejaVu Sans"/>
                <a:cs typeface="DejaVu Sans"/>
              </a:defRPr>
            </a:lvl1pPr>
            <a:lvl2pPr>
              <a:defRPr sz="3900" b="1">
                <a:solidFill>
                  <a:srgbClr val="7DE2BA"/>
                </a:solidFill>
                <a:latin typeface="DejaVu Sans"/>
                <a:ea typeface="DejaVu Sans"/>
                <a:cs typeface="DejaVu Sans"/>
              </a:defRPr>
            </a:lvl2pPr>
            <a:lvl3pPr>
              <a:defRPr sz="3900" b="1">
                <a:solidFill>
                  <a:srgbClr val="7DE2BA"/>
                </a:solidFill>
                <a:latin typeface="DejaVu Sans"/>
                <a:ea typeface="DejaVu Sans"/>
                <a:cs typeface="DejaVu Sans"/>
              </a:defRPr>
            </a:lvl3pPr>
            <a:lvl4pPr>
              <a:defRPr sz="3900" b="1">
                <a:solidFill>
                  <a:srgbClr val="7DE2BA"/>
                </a:solidFill>
                <a:latin typeface="DejaVu Sans"/>
                <a:ea typeface="DejaVu Sans"/>
                <a:cs typeface="DejaVu Sans"/>
              </a:defRPr>
            </a:lvl4pPr>
            <a:lvl5pPr>
              <a:defRPr sz="3900" b="1">
                <a:solidFill>
                  <a:srgbClr val="7DE2BA"/>
                </a:solidFill>
                <a:latin typeface="DejaVu Sans"/>
                <a:ea typeface="DejaVu Sans"/>
                <a:cs typeface="DejaVu Sans"/>
              </a:defRPr>
            </a:lvl5pPr>
            <a:lvl6pPr>
              <a:defRPr sz="3900" b="1">
                <a:solidFill>
                  <a:srgbClr val="7DE2BA"/>
                </a:solidFill>
                <a:latin typeface="DejaVu Sans"/>
                <a:ea typeface="DejaVu Sans"/>
                <a:cs typeface="DejaVu Sans"/>
              </a:defRPr>
            </a:lvl6pPr>
            <a:lvl7pPr>
              <a:defRPr sz="3900" b="1">
                <a:solidFill>
                  <a:srgbClr val="7DE2BA"/>
                </a:solidFill>
                <a:latin typeface="DejaVu Sans"/>
                <a:ea typeface="DejaVu Sans"/>
                <a:cs typeface="DejaVu Sans"/>
              </a:defRPr>
            </a:lvl7pPr>
            <a:lvl8pPr>
              <a:defRPr sz="3900" b="1">
                <a:solidFill>
                  <a:srgbClr val="7DE2BA"/>
                </a:solidFill>
                <a:latin typeface="DejaVu Sans"/>
                <a:ea typeface="DejaVu Sans"/>
                <a:cs typeface="DejaVu Sans"/>
              </a:defRPr>
            </a:lvl8pPr>
            <a:lvl9pPr>
              <a:defRPr sz="3900" b="1">
                <a:solidFill>
                  <a:srgbClr val="7DE2BA"/>
                </a:solidFill>
                <a:latin typeface="DejaVu Sans"/>
                <a:ea typeface="DejaVu Sans"/>
                <a:cs typeface="DejaVu Sans"/>
              </a:defRPr>
            </a:lvl9pPr>
          </a:lstStyle>
          <a:p xmlns:a="http://schemas.openxmlformats.org/drawingml/2006/main">
            <a:pPr>
              <a:defRPr sz="3900" b="1">
                <a:solidFill>
                  <a:srgbClr val="7DE2BA"/>
                </a:solidFill>
                <a:latin typeface="DejaVu Sans"/>
                <a:ea typeface="DejaVu Sans"/>
                <a:cs typeface="DejaVu Sans"/>
              </a:defRPr>
            </a:pPr>
            <a:r>
              <a:rPr sz="3900" b="1">
                <a:solidFill>
                  <a:srgbClr val="7DE2BA"/>
                </a:solidFill>
                <a:latin typeface="DejaVu Sans"/>
                <a:ea typeface="DejaVu Sans"/>
                <a:cs typeface="DejaVu Sans"/>
              </a:rPr>
              <a:t>Data cloud</a:t>
            </a:r>
          </a:p>
          <a:p xmlns:a="http://schemas.openxmlformats.org/drawingml/2006/main">
            <a:pPr>
              <a:defRPr sz="3900" b="1">
                <a:solidFill>
                  <a:srgbClr val="7DE2BA"/>
                </a:solidFill>
                <a:latin typeface="DejaVu Sans"/>
                <a:ea typeface="DejaVu Sans"/>
                <a:cs typeface="DejaVu Sans"/>
              </a:defRPr>
            </a:pPr>
            <a:r>
              <a:rPr sz="3900" b="1">
                <a:solidFill>
                  <a:srgbClr val="7DE2BA"/>
                </a:solidFill>
                <a:latin typeface="DejaVu Sans"/>
                <a:ea typeface="DejaVu Sans"/>
                <a:cs typeface="DejaVu Sans"/>
              </a:rPr>
              <a:t>berbentuk JSON</a:t>
            </a:r>
          </a:p>
        </p:txBody>
      </p:sp>
      <p:sp>
        <p:nvSpPr>
          <p:cNvPr id="6" name="text-5">
            <a:extLst xmlns:a="http://schemas.openxmlformats.org/drawingml/2006/main">
              <a:ext uri="{FF2B5EF4-FFF2-40B4-BE49-F238E27FC236}">
                <a16:creationId xmlns:a16="http://schemas.microsoft.com/office/drawing/2014/main" id="{11CDF4CC-7913-49F5-A4C0-4E103B73C929}"/>
              </a:ext>
            </a:extLst>
          </p:cNvPr>
          <p:cNvSpPr>
            <a:spLocks xmlns:a="http://schemas.openxmlformats.org/drawingml/2006/main" noGrp="1"/>
          </p:cNvSpPr>
          <p:nvPr/>
        </p:nvSpPr>
        <p:spPr>
          <a:xfrm xmlns:a="http://schemas.openxmlformats.org/drawingml/2006/main">
            <a:off x="609600" y="4267200"/>
            <a:ext cx="61626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FFFFFF"/>
                </a:solidFill>
                <a:latin typeface="DejaVu Sans"/>
                <a:ea typeface="DejaVu Sans"/>
                <a:cs typeface="DejaVu Sans"/>
              </a:defRPr>
            </a:defPPr>
            <a:lvl1pPr>
              <a:defRPr sz="2175" b="0">
                <a:solidFill>
                  <a:srgbClr val="FFFFFF"/>
                </a:solidFill>
                <a:latin typeface="DejaVu Sans"/>
                <a:ea typeface="DejaVu Sans"/>
                <a:cs typeface="DejaVu Sans"/>
              </a:defRPr>
            </a:lvl1pPr>
            <a:lvl2pPr>
              <a:defRPr sz="2175" b="0">
                <a:solidFill>
                  <a:srgbClr val="FFFFFF"/>
                </a:solidFill>
                <a:latin typeface="DejaVu Sans"/>
                <a:ea typeface="DejaVu Sans"/>
                <a:cs typeface="DejaVu Sans"/>
              </a:defRPr>
            </a:lvl2pPr>
            <a:lvl3pPr>
              <a:defRPr sz="2175" b="0">
                <a:solidFill>
                  <a:srgbClr val="FFFFFF"/>
                </a:solidFill>
                <a:latin typeface="DejaVu Sans"/>
                <a:ea typeface="DejaVu Sans"/>
                <a:cs typeface="DejaVu Sans"/>
              </a:defRPr>
            </a:lvl3pPr>
            <a:lvl4pPr>
              <a:defRPr sz="2175" b="0">
                <a:solidFill>
                  <a:srgbClr val="FFFFFF"/>
                </a:solidFill>
                <a:latin typeface="DejaVu Sans"/>
                <a:ea typeface="DejaVu Sans"/>
                <a:cs typeface="DejaVu Sans"/>
              </a:defRPr>
            </a:lvl4pPr>
            <a:lvl5pPr>
              <a:defRPr sz="2175" b="0">
                <a:solidFill>
                  <a:srgbClr val="FFFFFF"/>
                </a:solidFill>
                <a:latin typeface="DejaVu Sans"/>
                <a:ea typeface="DejaVu Sans"/>
                <a:cs typeface="DejaVu Sans"/>
              </a:defRPr>
            </a:lvl5pPr>
            <a:lvl6pPr>
              <a:defRPr sz="2175" b="0">
                <a:solidFill>
                  <a:srgbClr val="FFFFFF"/>
                </a:solidFill>
                <a:latin typeface="DejaVu Sans"/>
                <a:ea typeface="DejaVu Sans"/>
                <a:cs typeface="DejaVu Sans"/>
              </a:defRPr>
            </a:lvl6pPr>
            <a:lvl7pPr>
              <a:defRPr sz="2175" b="0">
                <a:solidFill>
                  <a:srgbClr val="FFFFFF"/>
                </a:solidFill>
                <a:latin typeface="DejaVu Sans"/>
                <a:ea typeface="DejaVu Sans"/>
                <a:cs typeface="DejaVu Sans"/>
              </a:defRPr>
            </a:lvl7pPr>
            <a:lvl8pPr>
              <a:defRPr sz="2175" b="0">
                <a:solidFill>
                  <a:srgbClr val="FFFFFF"/>
                </a:solidFill>
                <a:latin typeface="DejaVu Sans"/>
                <a:ea typeface="DejaVu Sans"/>
                <a:cs typeface="DejaVu Sans"/>
              </a:defRPr>
            </a:lvl8pPr>
            <a:lvl9pPr>
              <a:defRPr sz="2175" b="0">
                <a:solidFill>
                  <a:srgbClr val="FFFFFF"/>
                </a:solidFill>
                <a:latin typeface="DejaVu Sans"/>
                <a:ea typeface="DejaVu Sans"/>
                <a:cs typeface="DejaVu Sans"/>
              </a:defRPr>
            </a:lvl9pPr>
          </a:lstStyle>
          <a:p xmlns:a="http://schemas.openxmlformats.org/drawingml/2006/main">
            <a:pPr>
              <a:defRPr sz="2175" b="0">
                <a:solidFill>
                  <a:srgbClr val="FFFFFF"/>
                </a:solidFill>
                <a:latin typeface="DejaVu Sans"/>
                <a:ea typeface="DejaVu Sans"/>
                <a:cs typeface="DejaVu Sans"/>
              </a:defRPr>
            </a:pPr>
            <a:r>
              <a:rPr sz="2175" b="0">
                <a:solidFill>
                  <a:srgbClr val="FFFFFF"/>
                </a:solidFill>
                <a:latin typeface="DejaVu Sans"/>
                <a:ea typeface="DejaVu Sans"/>
                <a:cs typeface="DejaVu Sans"/>
              </a:rPr>
              <a:t>Client mendengarkan perubahan data dan memperbarui tampilan melalui callback.</a:t>
            </a:r>
          </a:p>
        </p:txBody>
      </p:sp>
      <p:sp>
        <p:nvSpPr>
          <p:cNvPr id="7" name="text-6">
            <a:extLst xmlns:a="http://schemas.openxmlformats.org/drawingml/2006/main">
              <a:ext uri="{FF2B5EF4-FFF2-40B4-BE49-F238E27FC236}">
                <a16:creationId xmlns:a16="http://schemas.microsoft.com/office/drawing/2014/main" id="{30DA85B7-98BE-4DA3-8727-7D0126E7F36E}"/>
              </a:ext>
            </a:extLst>
          </p:cNvPr>
          <p:cNvSpPr>
            <a:spLocks xmlns:a="http://schemas.openxmlformats.org/drawingml/2006/main" noGrp="1"/>
          </p:cNvSpPr>
          <p:nvPr/>
        </p:nvSpPr>
        <p:spPr>
          <a:xfrm xmlns:a="http://schemas.openxmlformats.org/drawingml/2006/main">
            <a:off x="7658100" y="2305050"/>
            <a:ext cx="39243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7DE2BA"/>
                </a:solidFill>
                <a:latin typeface="DejaVu Sans Mono"/>
                <a:ea typeface="DejaVu Sans Mono"/>
                <a:cs typeface="DejaVu Sans Mono"/>
              </a:defRPr>
            </a:defPPr>
            <a:lvl1pPr>
              <a:defRPr sz="1725" b="0">
                <a:solidFill>
                  <a:srgbClr val="7DE2BA"/>
                </a:solidFill>
                <a:latin typeface="DejaVu Sans Mono"/>
                <a:ea typeface="DejaVu Sans Mono"/>
                <a:cs typeface="DejaVu Sans Mono"/>
              </a:defRPr>
            </a:lvl1pPr>
            <a:lvl2pPr>
              <a:defRPr sz="1725" b="0">
                <a:solidFill>
                  <a:srgbClr val="7DE2BA"/>
                </a:solidFill>
                <a:latin typeface="DejaVu Sans Mono"/>
                <a:ea typeface="DejaVu Sans Mono"/>
                <a:cs typeface="DejaVu Sans Mono"/>
              </a:defRPr>
            </a:lvl2pPr>
            <a:lvl3pPr>
              <a:defRPr sz="1725" b="0">
                <a:solidFill>
                  <a:srgbClr val="7DE2BA"/>
                </a:solidFill>
                <a:latin typeface="DejaVu Sans Mono"/>
                <a:ea typeface="DejaVu Sans Mono"/>
                <a:cs typeface="DejaVu Sans Mono"/>
              </a:defRPr>
            </a:lvl3pPr>
            <a:lvl4pPr>
              <a:defRPr sz="1725" b="0">
                <a:solidFill>
                  <a:srgbClr val="7DE2BA"/>
                </a:solidFill>
                <a:latin typeface="DejaVu Sans Mono"/>
                <a:ea typeface="DejaVu Sans Mono"/>
                <a:cs typeface="DejaVu Sans Mono"/>
              </a:defRPr>
            </a:lvl4pPr>
            <a:lvl5pPr>
              <a:defRPr sz="1725" b="0">
                <a:solidFill>
                  <a:srgbClr val="7DE2BA"/>
                </a:solidFill>
                <a:latin typeface="DejaVu Sans Mono"/>
                <a:ea typeface="DejaVu Sans Mono"/>
                <a:cs typeface="DejaVu Sans Mono"/>
              </a:defRPr>
            </a:lvl5pPr>
            <a:lvl6pPr>
              <a:defRPr sz="1725" b="0">
                <a:solidFill>
                  <a:srgbClr val="7DE2BA"/>
                </a:solidFill>
                <a:latin typeface="DejaVu Sans Mono"/>
                <a:ea typeface="DejaVu Sans Mono"/>
                <a:cs typeface="DejaVu Sans Mono"/>
              </a:defRPr>
            </a:lvl6pPr>
            <a:lvl7pPr>
              <a:defRPr sz="1725" b="0">
                <a:solidFill>
                  <a:srgbClr val="7DE2BA"/>
                </a:solidFill>
                <a:latin typeface="DejaVu Sans Mono"/>
                <a:ea typeface="DejaVu Sans Mono"/>
                <a:cs typeface="DejaVu Sans Mono"/>
              </a:defRPr>
            </a:lvl7pPr>
            <a:lvl8pPr>
              <a:defRPr sz="1725" b="0">
                <a:solidFill>
                  <a:srgbClr val="7DE2BA"/>
                </a:solidFill>
                <a:latin typeface="DejaVu Sans Mono"/>
                <a:ea typeface="DejaVu Sans Mono"/>
                <a:cs typeface="DejaVu Sans Mono"/>
              </a:defRPr>
            </a:lvl8pPr>
            <a:lvl9pPr>
              <a:defRPr sz="1725" b="0">
                <a:solidFill>
                  <a:srgbClr val="7DE2BA"/>
                </a:solidFill>
                <a:latin typeface="DejaVu Sans Mono"/>
                <a:ea typeface="DejaVu Sans Mono"/>
                <a:cs typeface="DejaVu Sans Mono"/>
              </a:defRPr>
            </a:lvl9pPr>
          </a:lstStyle>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"agenda_01":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"id": "agenda_01",</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"item": "Belajar Java"</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  }</a:t>
            </a:r>
          </a:p>
          <a:p xmlns:a="http://schemas.openxmlformats.org/drawingml/2006/main">
            <a:pPr>
              <a:defRPr sz="1725" b="0">
                <a:solidFill>
                  <a:srgbClr val="7DE2BA"/>
                </a:solidFill>
                <a:latin typeface="DejaVu Sans Mono"/>
                <a:ea typeface="DejaVu Sans Mono"/>
                <a:cs typeface="DejaVu Sans Mono"/>
              </a:defRPr>
            </a:pPr>
            <a:r>
              <a:rPr sz="1725" b="0">
                <a:solidFill>
                  <a:srgbClr val="7DE2BA"/>
                </a:solidFill>
                <a:latin typeface="DejaVu Sans Mono"/>
                <a:ea typeface="DejaVu Sans Mono"/>
                <a:cs typeface="DejaVu Sans Mono"/>
              </a:rPr>
              <a:t>}</a:t>
            </a:r>
          </a:p>
        </p:txBody>
      </p:sp>
      <p:sp>
        <p:nvSpPr>
          <p:cNvPr id="8" name="text-7">
            <a:extLst xmlns:a="http://schemas.openxmlformats.org/drawingml/2006/main">
              <a:ext uri="{FF2B5EF4-FFF2-40B4-BE49-F238E27FC236}">
                <a16:creationId xmlns:a16="http://schemas.microsoft.com/office/drawing/2014/main" id="{554DED92-8961-43E3-90A8-BD004FB8036B}"/>
              </a:ext>
            </a:extLst>
          </p:cNvPr>
          <p:cNvSpPr>
            <a:spLocks xmlns:a="http://schemas.openxmlformats.org/drawingml/2006/main" noGrp="1"/>
          </p:cNvSpPr>
          <p:nvPr/>
        </p:nvSpPr>
        <p:spPr>
          <a:xfrm xmlns:a="http://schemas.openxmlformats.org/drawingml/2006/main">
            <a:off x="7658100" y="5410200"/>
            <a:ext cx="3905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0">
                <a:solidFill>
                  <a:srgbClr val="BDCDD3"/>
                </a:solidFill>
                <a:latin typeface="DejaVu Sans"/>
                <a:ea typeface="DejaVu Sans"/>
                <a:cs typeface="DejaVu Sans"/>
              </a:defRPr>
            </a:defPPr>
            <a:lvl1pPr>
              <a:defRPr sz="1500" b="0">
                <a:solidFill>
                  <a:srgbClr val="BDCDD3"/>
                </a:solidFill>
                <a:latin typeface="DejaVu Sans"/>
                <a:ea typeface="DejaVu Sans"/>
                <a:cs typeface="DejaVu Sans"/>
              </a:defRPr>
            </a:lvl1pPr>
            <a:lvl2pPr>
              <a:defRPr sz="1500" b="0">
                <a:solidFill>
                  <a:srgbClr val="BDCDD3"/>
                </a:solidFill>
                <a:latin typeface="DejaVu Sans"/>
                <a:ea typeface="DejaVu Sans"/>
                <a:cs typeface="DejaVu Sans"/>
              </a:defRPr>
            </a:lvl2pPr>
            <a:lvl3pPr>
              <a:defRPr sz="1500" b="0">
                <a:solidFill>
                  <a:srgbClr val="BDCDD3"/>
                </a:solidFill>
                <a:latin typeface="DejaVu Sans"/>
                <a:ea typeface="DejaVu Sans"/>
                <a:cs typeface="DejaVu Sans"/>
              </a:defRPr>
            </a:lvl3pPr>
            <a:lvl4pPr>
              <a:defRPr sz="1500" b="0">
                <a:solidFill>
                  <a:srgbClr val="BDCDD3"/>
                </a:solidFill>
                <a:latin typeface="DejaVu Sans"/>
                <a:ea typeface="DejaVu Sans"/>
                <a:cs typeface="DejaVu Sans"/>
              </a:defRPr>
            </a:lvl4pPr>
            <a:lvl5pPr>
              <a:defRPr sz="1500" b="0">
                <a:solidFill>
                  <a:srgbClr val="BDCDD3"/>
                </a:solidFill>
                <a:latin typeface="DejaVu Sans"/>
                <a:ea typeface="DejaVu Sans"/>
                <a:cs typeface="DejaVu Sans"/>
              </a:defRPr>
            </a:lvl5pPr>
            <a:lvl6pPr>
              <a:defRPr sz="1500" b="0">
                <a:solidFill>
                  <a:srgbClr val="BDCDD3"/>
                </a:solidFill>
                <a:latin typeface="DejaVu Sans"/>
                <a:ea typeface="DejaVu Sans"/>
                <a:cs typeface="DejaVu Sans"/>
              </a:defRPr>
            </a:lvl6pPr>
            <a:lvl7pPr>
              <a:defRPr sz="1500" b="0">
                <a:solidFill>
                  <a:srgbClr val="BDCDD3"/>
                </a:solidFill>
                <a:latin typeface="DejaVu Sans"/>
                <a:ea typeface="DejaVu Sans"/>
                <a:cs typeface="DejaVu Sans"/>
              </a:defRPr>
            </a:lvl7pPr>
            <a:lvl8pPr>
              <a:defRPr sz="1500" b="0">
                <a:solidFill>
                  <a:srgbClr val="BDCDD3"/>
                </a:solidFill>
                <a:latin typeface="DejaVu Sans"/>
                <a:ea typeface="DejaVu Sans"/>
                <a:cs typeface="DejaVu Sans"/>
              </a:defRPr>
            </a:lvl8pPr>
            <a:lvl9pPr>
              <a:defRPr sz="1500" b="0">
                <a:solidFill>
                  <a:srgbClr val="BDCDD3"/>
                </a:solidFill>
                <a:latin typeface="DejaVu Sans"/>
                <a:ea typeface="DejaVu Sans"/>
                <a:cs typeface="DejaVu Sans"/>
              </a:defRPr>
            </a:lvl9pPr>
          </a:lstStyle>
          <a:p xmlns:a="http://schemas.openxmlformats.org/drawingml/2006/main">
            <a:pPr>
              <a:defRPr sz="1500" b="0">
                <a:solidFill>
                  <a:srgbClr val="BDCDD3"/>
                </a:solidFill>
                <a:latin typeface="DejaVu Sans"/>
                <a:ea typeface="DejaVu Sans"/>
                <a:cs typeface="DejaVu Sans"/>
              </a:defRPr>
            </a:pPr>
            <a:r>
              <a:rPr sz="1500" b="0">
                <a:solidFill>
                  <a:srgbClr val="BDCDD3"/>
                </a:solidFill>
                <a:latin typeface="DejaVu Sans"/>
                <a:ea typeface="DejaVu Sans"/>
                <a:cs typeface="DejaVu Sans"/>
              </a:rPr>
              <a:t>Ilustrasi struktur data agenda</a:t>
            </a:r>
          </a:p>
        </p:txBody>
      </p:sp>
    </p:spTree>
    <p:extLst>
      <p:ext uri="{BB962C8B-B14F-4D97-AF65-F5344CB8AC3E}">
        <p14:creationId xmlns:p14="http://schemas.microsoft.com/office/powerpoint/2010/main" val="1562443682"/>
      </p:ext>
    </p:extLst>
  </p:cSld>
</p:sld>
</file>

<file path=ppt/slides/slide27.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2B50442-1A6B-4CB6-8068-DCE2A6B9984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06 / FIREBASE</a:t>
            </a:r>
          </a:p>
        </p:txBody>
      </p:sp>
      <p:sp>
        <p:nvSpPr>
          <p:cNvPr id="2" name="slide-title">
            <a:extLst xmlns:a="http://schemas.openxmlformats.org/drawingml/2006/main">
              <a:ext uri="{FF2B5EF4-FFF2-40B4-BE49-F238E27FC236}">
                <a16:creationId xmlns:a16="http://schemas.microsoft.com/office/drawing/2014/main" id="{FC36F5F6-99E3-4F82-BEC8-5F3D691AC7DB}"/>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Menghubungkan proyek Android</a:t>
            </a:r>
          </a:p>
        </p:txBody>
      </p:sp>
      <p:sp>
        <p:nvSpPr>
          <p:cNvPr id="3" name="text-2">
            <a:extLst xmlns:a="http://schemas.openxmlformats.org/drawingml/2006/main">
              <a:ext uri="{FF2B5EF4-FFF2-40B4-BE49-F238E27FC236}">
                <a16:creationId xmlns:a16="http://schemas.microsoft.com/office/drawing/2014/main" id="{D584519C-437C-44E0-B66A-DCFD1BCF49FF}"/>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6, hlm. PDF 5–12. Nama file config diperjelas</a:t>
            </a:r>
          </a:p>
        </p:txBody>
      </p:sp>
      <p:sp>
        <p:nvSpPr>
          <p:cNvPr id="4" name="text-3">
            <a:extLst xmlns:a="http://schemas.openxmlformats.org/drawingml/2006/main">
              <a:ext uri="{FF2B5EF4-FFF2-40B4-BE49-F238E27FC236}">
                <a16:creationId xmlns:a16="http://schemas.microsoft.com/office/drawing/2014/main" id="{26B1F8FC-F290-4452-914E-DD9175700899}"/>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27</a:t>
            </a:r>
          </a:p>
        </p:txBody>
      </p:sp>
      <p:sp>
        <p:nvSpPr>
          <p:cNvPr id="5" name="text-4">
            <a:extLst xmlns:a="http://schemas.openxmlformats.org/drawingml/2006/main">
              <a:ext uri="{FF2B5EF4-FFF2-40B4-BE49-F238E27FC236}">
                <a16:creationId xmlns:a16="http://schemas.microsoft.com/office/drawing/2014/main" id="{9E7101D8-6802-48C6-A9E2-521311A664EA}"/>
              </a:ext>
            </a:extLst>
          </p:cNvPr>
          <p:cNvSpPr>
            <a:spLocks xmlns:a="http://schemas.openxmlformats.org/drawingml/2006/main" noGrp="1"/>
          </p:cNvSpPr>
          <p:nvPr/>
        </p:nvSpPr>
        <p:spPr>
          <a:xfrm xmlns:a="http://schemas.openxmlformats.org/drawingml/2006/main">
            <a:off x="609600" y="204787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01</a:t>
            </a:r>
          </a:p>
        </p:txBody>
      </p:sp>
      <p:sp>
        <p:nvSpPr>
          <p:cNvPr id="6" name="text-5">
            <a:extLst xmlns:a="http://schemas.openxmlformats.org/drawingml/2006/main">
              <a:ext uri="{FF2B5EF4-FFF2-40B4-BE49-F238E27FC236}">
                <a16:creationId xmlns:a16="http://schemas.microsoft.com/office/drawing/2014/main" id="{558B9CB4-95B2-45B8-B7E3-9D62FBEC75BC}"/>
              </a:ext>
            </a:extLst>
          </p:cNvPr>
          <p:cNvSpPr>
            <a:spLocks xmlns:a="http://schemas.openxmlformats.org/drawingml/2006/main" noGrp="1"/>
          </p:cNvSpPr>
          <p:nvPr/>
        </p:nvSpPr>
        <p:spPr>
          <a:xfrm xmlns:a="http://schemas.openxmlformats.org/drawingml/2006/main">
            <a:off x="1466850" y="2047875"/>
            <a:ext cx="6981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Buat proyek Firebase</a:t>
            </a:r>
          </a:p>
        </p:txBody>
      </p:sp>
      <p:sp>
        <p:nvSpPr>
          <p:cNvPr id="7" name="text-6">
            <a:extLst xmlns:a="http://schemas.openxmlformats.org/drawingml/2006/main">
              <a:ext uri="{FF2B5EF4-FFF2-40B4-BE49-F238E27FC236}">
                <a16:creationId xmlns:a16="http://schemas.microsoft.com/office/drawing/2014/main" id="{DEC04C8C-D218-4747-B77B-E9AC3FA7F2D0}"/>
              </a:ext>
            </a:extLst>
          </p:cNvPr>
          <p:cNvSpPr>
            <a:spLocks xmlns:a="http://schemas.openxmlformats.org/drawingml/2006/main" noGrp="1"/>
          </p:cNvSpPr>
          <p:nvPr/>
        </p:nvSpPr>
        <p:spPr>
          <a:xfrm xmlns:a="http://schemas.openxmlformats.org/drawingml/2006/main">
            <a:off x="1466850" y="2438400"/>
            <a:ext cx="69818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972"/>
                </a:solidFill>
                <a:latin typeface="DejaVu Sans"/>
                <a:ea typeface="DejaVu Sans"/>
                <a:cs typeface="DejaVu Sans"/>
              </a:defRPr>
            </a:defPPr>
            <a:lvl1pPr>
              <a:defRPr sz="1650" b="0">
                <a:solidFill>
                  <a:srgbClr val="526972"/>
                </a:solidFill>
                <a:latin typeface="DejaVu Sans"/>
                <a:ea typeface="DejaVu Sans"/>
                <a:cs typeface="DejaVu Sans"/>
              </a:defRPr>
            </a:lvl1pPr>
            <a:lvl2pPr>
              <a:defRPr sz="1650" b="0">
                <a:solidFill>
                  <a:srgbClr val="526972"/>
                </a:solidFill>
                <a:latin typeface="DejaVu Sans"/>
                <a:ea typeface="DejaVu Sans"/>
                <a:cs typeface="DejaVu Sans"/>
              </a:defRPr>
            </a:lvl2pPr>
            <a:lvl3pPr>
              <a:defRPr sz="1650" b="0">
                <a:solidFill>
                  <a:srgbClr val="526972"/>
                </a:solidFill>
                <a:latin typeface="DejaVu Sans"/>
                <a:ea typeface="DejaVu Sans"/>
                <a:cs typeface="DejaVu Sans"/>
              </a:defRPr>
            </a:lvl3pPr>
            <a:lvl4pPr>
              <a:defRPr sz="1650" b="0">
                <a:solidFill>
                  <a:srgbClr val="526972"/>
                </a:solidFill>
                <a:latin typeface="DejaVu Sans"/>
                <a:ea typeface="DejaVu Sans"/>
                <a:cs typeface="DejaVu Sans"/>
              </a:defRPr>
            </a:lvl4pPr>
            <a:lvl5pPr>
              <a:defRPr sz="1650" b="0">
                <a:solidFill>
                  <a:srgbClr val="526972"/>
                </a:solidFill>
                <a:latin typeface="DejaVu Sans"/>
                <a:ea typeface="DejaVu Sans"/>
                <a:cs typeface="DejaVu Sans"/>
              </a:defRPr>
            </a:lvl5pPr>
            <a:lvl6pPr>
              <a:defRPr sz="1650" b="0">
                <a:solidFill>
                  <a:srgbClr val="526972"/>
                </a:solidFill>
                <a:latin typeface="DejaVu Sans"/>
                <a:ea typeface="DejaVu Sans"/>
                <a:cs typeface="DejaVu Sans"/>
              </a:defRPr>
            </a:lvl6pPr>
            <a:lvl7pPr>
              <a:defRPr sz="1650" b="0">
                <a:solidFill>
                  <a:srgbClr val="526972"/>
                </a:solidFill>
                <a:latin typeface="DejaVu Sans"/>
                <a:ea typeface="DejaVu Sans"/>
                <a:cs typeface="DejaVu Sans"/>
              </a:defRPr>
            </a:lvl7pPr>
            <a:lvl8pPr>
              <a:defRPr sz="1650" b="0">
                <a:solidFill>
                  <a:srgbClr val="526972"/>
                </a:solidFill>
                <a:latin typeface="DejaVu Sans"/>
                <a:ea typeface="DejaVu Sans"/>
                <a:cs typeface="DejaVu Sans"/>
              </a:defRPr>
            </a:lvl8pPr>
            <a:lvl9pPr>
              <a:defRPr sz="1650" b="0">
                <a:solidFill>
                  <a:srgbClr val="526972"/>
                </a:solidFill>
                <a:latin typeface="DejaVu Sans"/>
                <a:ea typeface="DejaVu Sans"/>
                <a:cs typeface="DejaVu Sans"/>
              </a:defRPr>
            </a:lvl9pPr>
          </a:lstStyle>
          <a:p xmlns:a="http://schemas.openxmlformats.org/drawingml/2006/main">
            <a:pPr>
              <a:defRPr sz="1650" b="0">
                <a:solidFill>
                  <a:srgbClr val="526972"/>
                </a:solidFill>
                <a:latin typeface="DejaVu Sans"/>
                <a:ea typeface="DejaVu Sans"/>
                <a:cs typeface="DejaVu Sans"/>
              </a:defRPr>
            </a:pPr>
            <a:r>
              <a:rPr sz="1650" b="0">
                <a:solidFill>
                  <a:srgbClr val="526972"/>
                </a:solidFill>
                <a:latin typeface="DejaVu Sans"/>
                <a:ea typeface="DejaVu Sans"/>
                <a:cs typeface="DejaVu Sans"/>
              </a:rPr>
              <a:t>Tambahkan aplikasi Android dengan package name yang sesuai.</a:t>
            </a:r>
          </a:p>
        </p:txBody>
      </p:sp>
      <p:sp>
        <p:nvSpPr>
          <p:cNvPr id="8" name="text-7">
            <a:extLst xmlns:a="http://schemas.openxmlformats.org/drawingml/2006/main">
              <a:ext uri="{FF2B5EF4-FFF2-40B4-BE49-F238E27FC236}">
                <a16:creationId xmlns:a16="http://schemas.microsoft.com/office/drawing/2014/main" id="{CEEADF6F-33CD-40C7-97A2-823EE4558C6C}"/>
              </a:ext>
            </a:extLst>
          </p:cNvPr>
          <p:cNvSpPr>
            <a:spLocks xmlns:a="http://schemas.openxmlformats.org/drawingml/2006/main" noGrp="1"/>
          </p:cNvSpPr>
          <p:nvPr/>
        </p:nvSpPr>
        <p:spPr>
          <a:xfrm xmlns:a="http://schemas.openxmlformats.org/drawingml/2006/main">
            <a:off x="609600" y="301942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02</a:t>
            </a:r>
          </a:p>
        </p:txBody>
      </p:sp>
      <p:sp>
        <p:nvSpPr>
          <p:cNvPr id="9" name="text-8">
            <a:extLst xmlns:a="http://schemas.openxmlformats.org/drawingml/2006/main">
              <a:ext uri="{FF2B5EF4-FFF2-40B4-BE49-F238E27FC236}">
                <a16:creationId xmlns:a16="http://schemas.microsoft.com/office/drawing/2014/main" id="{671DDB46-4B35-4C72-A8D4-F1A3D342B493}"/>
              </a:ext>
            </a:extLst>
          </p:cNvPr>
          <p:cNvSpPr>
            <a:spLocks xmlns:a="http://schemas.openxmlformats.org/drawingml/2006/main" noGrp="1"/>
          </p:cNvSpPr>
          <p:nvPr/>
        </p:nvSpPr>
        <p:spPr>
          <a:xfrm xmlns:a="http://schemas.openxmlformats.org/drawingml/2006/main">
            <a:off x="1466850" y="3019425"/>
            <a:ext cx="6981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Tambahkan konfigurasi</a:t>
            </a:r>
          </a:p>
        </p:txBody>
      </p:sp>
      <p:sp>
        <p:nvSpPr>
          <p:cNvPr id="10" name="text-9">
            <a:extLst xmlns:a="http://schemas.openxmlformats.org/drawingml/2006/main">
              <a:ext uri="{FF2B5EF4-FFF2-40B4-BE49-F238E27FC236}">
                <a16:creationId xmlns:a16="http://schemas.microsoft.com/office/drawing/2014/main" id="{817D8000-C21D-42A4-AA4F-5A0FAAB116C0}"/>
              </a:ext>
            </a:extLst>
          </p:cNvPr>
          <p:cNvSpPr>
            <a:spLocks xmlns:a="http://schemas.openxmlformats.org/drawingml/2006/main" noGrp="1"/>
          </p:cNvSpPr>
          <p:nvPr/>
        </p:nvSpPr>
        <p:spPr>
          <a:xfrm xmlns:a="http://schemas.openxmlformats.org/drawingml/2006/main">
            <a:off x="1466850" y="3409950"/>
            <a:ext cx="69818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972"/>
                </a:solidFill>
                <a:latin typeface="DejaVu Sans"/>
                <a:ea typeface="DejaVu Sans"/>
                <a:cs typeface="DejaVu Sans"/>
              </a:defRPr>
            </a:defPPr>
            <a:lvl1pPr>
              <a:defRPr sz="1650" b="0">
                <a:solidFill>
                  <a:srgbClr val="526972"/>
                </a:solidFill>
                <a:latin typeface="DejaVu Sans"/>
                <a:ea typeface="DejaVu Sans"/>
                <a:cs typeface="DejaVu Sans"/>
              </a:defRPr>
            </a:lvl1pPr>
            <a:lvl2pPr>
              <a:defRPr sz="1650" b="0">
                <a:solidFill>
                  <a:srgbClr val="526972"/>
                </a:solidFill>
                <a:latin typeface="DejaVu Sans"/>
                <a:ea typeface="DejaVu Sans"/>
                <a:cs typeface="DejaVu Sans"/>
              </a:defRPr>
            </a:lvl2pPr>
            <a:lvl3pPr>
              <a:defRPr sz="1650" b="0">
                <a:solidFill>
                  <a:srgbClr val="526972"/>
                </a:solidFill>
                <a:latin typeface="DejaVu Sans"/>
                <a:ea typeface="DejaVu Sans"/>
                <a:cs typeface="DejaVu Sans"/>
              </a:defRPr>
            </a:lvl3pPr>
            <a:lvl4pPr>
              <a:defRPr sz="1650" b="0">
                <a:solidFill>
                  <a:srgbClr val="526972"/>
                </a:solidFill>
                <a:latin typeface="DejaVu Sans"/>
                <a:ea typeface="DejaVu Sans"/>
                <a:cs typeface="DejaVu Sans"/>
              </a:defRPr>
            </a:lvl4pPr>
            <a:lvl5pPr>
              <a:defRPr sz="1650" b="0">
                <a:solidFill>
                  <a:srgbClr val="526972"/>
                </a:solidFill>
                <a:latin typeface="DejaVu Sans"/>
                <a:ea typeface="DejaVu Sans"/>
                <a:cs typeface="DejaVu Sans"/>
              </a:defRPr>
            </a:lvl5pPr>
            <a:lvl6pPr>
              <a:defRPr sz="1650" b="0">
                <a:solidFill>
                  <a:srgbClr val="526972"/>
                </a:solidFill>
                <a:latin typeface="DejaVu Sans"/>
                <a:ea typeface="DejaVu Sans"/>
                <a:cs typeface="DejaVu Sans"/>
              </a:defRPr>
            </a:lvl6pPr>
            <a:lvl7pPr>
              <a:defRPr sz="1650" b="0">
                <a:solidFill>
                  <a:srgbClr val="526972"/>
                </a:solidFill>
                <a:latin typeface="DejaVu Sans"/>
                <a:ea typeface="DejaVu Sans"/>
                <a:cs typeface="DejaVu Sans"/>
              </a:defRPr>
            </a:lvl7pPr>
            <a:lvl8pPr>
              <a:defRPr sz="1650" b="0">
                <a:solidFill>
                  <a:srgbClr val="526972"/>
                </a:solidFill>
                <a:latin typeface="DejaVu Sans"/>
                <a:ea typeface="DejaVu Sans"/>
                <a:cs typeface="DejaVu Sans"/>
              </a:defRPr>
            </a:lvl8pPr>
            <a:lvl9pPr>
              <a:defRPr sz="1650" b="0">
                <a:solidFill>
                  <a:srgbClr val="526972"/>
                </a:solidFill>
                <a:latin typeface="DejaVu Sans"/>
                <a:ea typeface="DejaVu Sans"/>
                <a:cs typeface="DejaVu Sans"/>
              </a:defRPr>
            </a:lvl9pPr>
          </a:lstStyle>
          <a:p xmlns:a="http://schemas.openxmlformats.org/drawingml/2006/main">
            <a:pPr>
              <a:defRPr sz="1650" b="0">
                <a:solidFill>
                  <a:srgbClr val="526972"/>
                </a:solidFill>
                <a:latin typeface="DejaVu Sans"/>
                <a:ea typeface="DejaVu Sans"/>
                <a:cs typeface="DejaVu Sans"/>
              </a:defRPr>
            </a:pPr>
            <a:r>
              <a:rPr sz="1650" b="0">
                <a:solidFill>
                  <a:srgbClr val="526972"/>
                </a:solidFill>
                <a:latin typeface="DejaVu Sans"/>
                <a:ea typeface="DejaVu Sans"/>
                <a:cs typeface="DejaVu Sans"/>
              </a:rPr>
              <a:t>Letakkan google-services.json di direktori modul app.</a:t>
            </a:r>
          </a:p>
        </p:txBody>
      </p:sp>
      <p:sp>
        <p:nvSpPr>
          <p:cNvPr id="11" name="text-10">
            <a:extLst xmlns:a="http://schemas.openxmlformats.org/drawingml/2006/main">
              <a:ext uri="{FF2B5EF4-FFF2-40B4-BE49-F238E27FC236}">
                <a16:creationId xmlns:a16="http://schemas.microsoft.com/office/drawing/2014/main" id="{1ACFEB73-6457-4F98-8BEE-264429FC4241}"/>
              </a:ext>
            </a:extLst>
          </p:cNvPr>
          <p:cNvSpPr>
            <a:spLocks xmlns:a="http://schemas.openxmlformats.org/drawingml/2006/main" noGrp="1"/>
          </p:cNvSpPr>
          <p:nvPr/>
        </p:nvSpPr>
        <p:spPr>
          <a:xfrm xmlns:a="http://schemas.openxmlformats.org/drawingml/2006/main">
            <a:off x="609600" y="399097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03</a:t>
            </a:r>
          </a:p>
        </p:txBody>
      </p:sp>
      <p:sp>
        <p:nvSpPr>
          <p:cNvPr id="12" name="text-11">
            <a:extLst xmlns:a="http://schemas.openxmlformats.org/drawingml/2006/main">
              <a:ext uri="{FF2B5EF4-FFF2-40B4-BE49-F238E27FC236}">
                <a16:creationId xmlns:a16="http://schemas.microsoft.com/office/drawing/2014/main" id="{3D49E22A-99BF-49B9-9052-FD1E5BB76D56}"/>
              </a:ext>
            </a:extLst>
          </p:cNvPr>
          <p:cNvSpPr>
            <a:spLocks xmlns:a="http://schemas.openxmlformats.org/drawingml/2006/main" noGrp="1"/>
          </p:cNvSpPr>
          <p:nvPr/>
        </p:nvSpPr>
        <p:spPr>
          <a:xfrm xmlns:a="http://schemas.openxmlformats.org/drawingml/2006/main">
            <a:off x="1466850" y="3990975"/>
            <a:ext cx="6981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Siapkan plugin dan SDK</a:t>
            </a:r>
          </a:p>
        </p:txBody>
      </p:sp>
      <p:sp>
        <p:nvSpPr>
          <p:cNvPr id="13" name="text-12">
            <a:extLst xmlns:a="http://schemas.openxmlformats.org/drawingml/2006/main">
              <a:ext uri="{FF2B5EF4-FFF2-40B4-BE49-F238E27FC236}">
                <a16:creationId xmlns:a16="http://schemas.microsoft.com/office/drawing/2014/main" id="{F7CCCFEB-C87D-4FE5-9CCC-A288FE0883DE}"/>
              </a:ext>
            </a:extLst>
          </p:cNvPr>
          <p:cNvSpPr>
            <a:spLocks xmlns:a="http://schemas.openxmlformats.org/drawingml/2006/main" noGrp="1"/>
          </p:cNvSpPr>
          <p:nvPr/>
        </p:nvSpPr>
        <p:spPr>
          <a:xfrm xmlns:a="http://schemas.openxmlformats.org/drawingml/2006/main">
            <a:off x="1466850" y="4381500"/>
            <a:ext cx="69818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972"/>
                </a:solidFill>
                <a:latin typeface="DejaVu Sans"/>
                <a:ea typeface="DejaVu Sans"/>
                <a:cs typeface="DejaVu Sans"/>
              </a:defRPr>
            </a:defPPr>
            <a:lvl1pPr>
              <a:defRPr sz="1650" b="0">
                <a:solidFill>
                  <a:srgbClr val="526972"/>
                </a:solidFill>
                <a:latin typeface="DejaVu Sans"/>
                <a:ea typeface="DejaVu Sans"/>
                <a:cs typeface="DejaVu Sans"/>
              </a:defRPr>
            </a:lvl1pPr>
            <a:lvl2pPr>
              <a:defRPr sz="1650" b="0">
                <a:solidFill>
                  <a:srgbClr val="526972"/>
                </a:solidFill>
                <a:latin typeface="DejaVu Sans"/>
                <a:ea typeface="DejaVu Sans"/>
                <a:cs typeface="DejaVu Sans"/>
              </a:defRPr>
            </a:lvl2pPr>
            <a:lvl3pPr>
              <a:defRPr sz="1650" b="0">
                <a:solidFill>
                  <a:srgbClr val="526972"/>
                </a:solidFill>
                <a:latin typeface="DejaVu Sans"/>
                <a:ea typeface="DejaVu Sans"/>
                <a:cs typeface="DejaVu Sans"/>
              </a:defRPr>
            </a:lvl3pPr>
            <a:lvl4pPr>
              <a:defRPr sz="1650" b="0">
                <a:solidFill>
                  <a:srgbClr val="526972"/>
                </a:solidFill>
                <a:latin typeface="DejaVu Sans"/>
                <a:ea typeface="DejaVu Sans"/>
                <a:cs typeface="DejaVu Sans"/>
              </a:defRPr>
            </a:lvl4pPr>
            <a:lvl5pPr>
              <a:defRPr sz="1650" b="0">
                <a:solidFill>
                  <a:srgbClr val="526972"/>
                </a:solidFill>
                <a:latin typeface="DejaVu Sans"/>
                <a:ea typeface="DejaVu Sans"/>
                <a:cs typeface="DejaVu Sans"/>
              </a:defRPr>
            </a:lvl5pPr>
            <a:lvl6pPr>
              <a:defRPr sz="1650" b="0">
                <a:solidFill>
                  <a:srgbClr val="526972"/>
                </a:solidFill>
                <a:latin typeface="DejaVu Sans"/>
                <a:ea typeface="DejaVu Sans"/>
                <a:cs typeface="DejaVu Sans"/>
              </a:defRPr>
            </a:lvl6pPr>
            <a:lvl7pPr>
              <a:defRPr sz="1650" b="0">
                <a:solidFill>
                  <a:srgbClr val="526972"/>
                </a:solidFill>
                <a:latin typeface="DejaVu Sans"/>
                <a:ea typeface="DejaVu Sans"/>
                <a:cs typeface="DejaVu Sans"/>
              </a:defRPr>
            </a:lvl7pPr>
            <a:lvl8pPr>
              <a:defRPr sz="1650" b="0">
                <a:solidFill>
                  <a:srgbClr val="526972"/>
                </a:solidFill>
                <a:latin typeface="DejaVu Sans"/>
                <a:ea typeface="DejaVu Sans"/>
                <a:cs typeface="DejaVu Sans"/>
              </a:defRPr>
            </a:lvl8pPr>
            <a:lvl9pPr>
              <a:defRPr sz="1650" b="0">
                <a:solidFill>
                  <a:srgbClr val="526972"/>
                </a:solidFill>
                <a:latin typeface="DejaVu Sans"/>
                <a:ea typeface="DejaVu Sans"/>
                <a:cs typeface="DejaVu Sans"/>
              </a:defRPr>
            </a:lvl9pPr>
          </a:lstStyle>
          <a:p xmlns:a="http://schemas.openxmlformats.org/drawingml/2006/main">
            <a:pPr>
              <a:defRPr sz="1650" b="0">
                <a:solidFill>
                  <a:srgbClr val="526972"/>
                </a:solidFill>
                <a:latin typeface="DejaVu Sans"/>
                <a:ea typeface="DejaVu Sans"/>
                <a:cs typeface="DejaVu Sans"/>
              </a:defRPr>
            </a:pPr>
            <a:r>
              <a:rPr sz="1650" b="0">
                <a:solidFill>
                  <a:srgbClr val="526972"/>
                </a:solidFill>
                <a:latin typeface="DejaVu Sans"/>
                <a:ea typeface="DejaVu Sans"/>
                <a:cs typeface="DejaVu Sans"/>
              </a:rPr>
              <a:t>Konfigurasikan Google services dan dependensi database.</a:t>
            </a:r>
          </a:p>
        </p:txBody>
      </p:sp>
      <p:sp>
        <p:nvSpPr>
          <p:cNvPr id="14" name="text-13">
            <a:extLst xmlns:a="http://schemas.openxmlformats.org/drawingml/2006/main">
              <a:ext uri="{FF2B5EF4-FFF2-40B4-BE49-F238E27FC236}">
                <a16:creationId xmlns:a16="http://schemas.microsoft.com/office/drawing/2014/main" id="{CDFA3F4D-86BA-4E0B-8B3E-E8D856D7E18A}"/>
              </a:ext>
            </a:extLst>
          </p:cNvPr>
          <p:cNvSpPr>
            <a:spLocks xmlns:a="http://schemas.openxmlformats.org/drawingml/2006/main" noGrp="1"/>
          </p:cNvSpPr>
          <p:nvPr/>
        </p:nvSpPr>
        <p:spPr>
          <a:xfrm xmlns:a="http://schemas.openxmlformats.org/drawingml/2006/main">
            <a:off x="609600" y="4962525"/>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147B61"/>
                </a:solidFill>
                <a:latin typeface="DejaVu Sans"/>
                <a:ea typeface="DejaVu Sans"/>
                <a:cs typeface="DejaVu Sans"/>
              </a:defRPr>
            </a:defPPr>
            <a:lvl1pPr>
              <a:defRPr sz="2850" b="1">
                <a:solidFill>
                  <a:srgbClr val="147B61"/>
                </a:solidFill>
                <a:latin typeface="DejaVu Sans"/>
                <a:ea typeface="DejaVu Sans"/>
                <a:cs typeface="DejaVu Sans"/>
              </a:defRPr>
            </a:lvl1pPr>
            <a:lvl2pPr>
              <a:defRPr sz="2850" b="1">
                <a:solidFill>
                  <a:srgbClr val="147B61"/>
                </a:solidFill>
                <a:latin typeface="DejaVu Sans"/>
                <a:ea typeface="DejaVu Sans"/>
                <a:cs typeface="DejaVu Sans"/>
              </a:defRPr>
            </a:lvl2pPr>
            <a:lvl3pPr>
              <a:defRPr sz="2850" b="1">
                <a:solidFill>
                  <a:srgbClr val="147B61"/>
                </a:solidFill>
                <a:latin typeface="DejaVu Sans"/>
                <a:ea typeface="DejaVu Sans"/>
                <a:cs typeface="DejaVu Sans"/>
              </a:defRPr>
            </a:lvl3pPr>
            <a:lvl4pPr>
              <a:defRPr sz="2850" b="1">
                <a:solidFill>
                  <a:srgbClr val="147B61"/>
                </a:solidFill>
                <a:latin typeface="DejaVu Sans"/>
                <a:ea typeface="DejaVu Sans"/>
                <a:cs typeface="DejaVu Sans"/>
              </a:defRPr>
            </a:lvl4pPr>
            <a:lvl5pPr>
              <a:defRPr sz="2850" b="1">
                <a:solidFill>
                  <a:srgbClr val="147B61"/>
                </a:solidFill>
                <a:latin typeface="DejaVu Sans"/>
                <a:ea typeface="DejaVu Sans"/>
                <a:cs typeface="DejaVu Sans"/>
              </a:defRPr>
            </a:lvl5pPr>
            <a:lvl6pPr>
              <a:defRPr sz="2850" b="1">
                <a:solidFill>
                  <a:srgbClr val="147B61"/>
                </a:solidFill>
                <a:latin typeface="DejaVu Sans"/>
                <a:ea typeface="DejaVu Sans"/>
                <a:cs typeface="DejaVu Sans"/>
              </a:defRPr>
            </a:lvl6pPr>
            <a:lvl7pPr>
              <a:defRPr sz="2850" b="1">
                <a:solidFill>
                  <a:srgbClr val="147B61"/>
                </a:solidFill>
                <a:latin typeface="DejaVu Sans"/>
                <a:ea typeface="DejaVu Sans"/>
                <a:cs typeface="DejaVu Sans"/>
              </a:defRPr>
            </a:lvl7pPr>
            <a:lvl8pPr>
              <a:defRPr sz="2850" b="1">
                <a:solidFill>
                  <a:srgbClr val="147B61"/>
                </a:solidFill>
                <a:latin typeface="DejaVu Sans"/>
                <a:ea typeface="DejaVu Sans"/>
                <a:cs typeface="DejaVu Sans"/>
              </a:defRPr>
            </a:lvl8pPr>
            <a:lvl9pPr>
              <a:defRPr sz="2850" b="1">
                <a:solidFill>
                  <a:srgbClr val="147B61"/>
                </a:solidFill>
                <a:latin typeface="DejaVu Sans"/>
                <a:ea typeface="DejaVu Sans"/>
                <a:cs typeface="DejaVu Sans"/>
              </a:defRPr>
            </a:lvl9pPr>
          </a:lstStyle>
          <a:p xmlns:a="http://schemas.openxmlformats.org/drawingml/2006/main">
            <a:pPr>
              <a:defRPr sz="2850" b="1">
                <a:solidFill>
                  <a:srgbClr val="147B61"/>
                </a:solidFill>
                <a:latin typeface="DejaVu Sans"/>
                <a:ea typeface="DejaVu Sans"/>
                <a:cs typeface="DejaVu Sans"/>
              </a:defRPr>
            </a:pPr>
            <a:r>
              <a:rPr sz="2850" b="1">
                <a:solidFill>
                  <a:srgbClr val="147B61"/>
                </a:solidFill>
                <a:latin typeface="DejaVu Sans"/>
                <a:ea typeface="DejaVu Sans"/>
                <a:cs typeface="DejaVu Sans"/>
              </a:rPr>
              <a:t>04</a:t>
            </a:r>
          </a:p>
        </p:txBody>
      </p:sp>
      <p:sp>
        <p:nvSpPr>
          <p:cNvPr id="15" name="text-14">
            <a:extLst xmlns:a="http://schemas.openxmlformats.org/drawingml/2006/main">
              <a:ext uri="{FF2B5EF4-FFF2-40B4-BE49-F238E27FC236}">
                <a16:creationId xmlns:a16="http://schemas.microsoft.com/office/drawing/2014/main" id="{50E9EB4B-36FC-4E9F-B50C-DB16E9E61203}"/>
              </a:ext>
            </a:extLst>
          </p:cNvPr>
          <p:cNvSpPr>
            <a:spLocks xmlns:a="http://schemas.openxmlformats.org/drawingml/2006/main" noGrp="1"/>
          </p:cNvSpPr>
          <p:nvPr/>
        </p:nvSpPr>
        <p:spPr>
          <a:xfrm xmlns:a="http://schemas.openxmlformats.org/drawingml/2006/main">
            <a:off x="1466850" y="4962525"/>
            <a:ext cx="69818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02A38"/>
                </a:solidFill>
                <a:latin typeface="DejaVu Sans"/>
                <a:ea typeface="DejaVu Sans"/>
                <a:cs typeface="DejaVu Sans"/>
              </a:defRPr>
            </a:defPPr>
            <a:lvl1pPr>
              <a:defRPr sz="1950" b="1">
                <a:solidFill>
                  <a:srgbClr val="102A38"/>
                </a:solidFill>
                <a:latin typeface="DejaVu Sans"/>
                <a:ea typeface="DejaVu Sans"/>
                <a:cs typeface="DejaVu Sans"/>
              </a:defRPr>
            </a:lvl1pPr>
            <a:lvl2pPr>
              <a:defRPr sz="1950" b="1">
                <a:solidFill>
                  <a:srgbClr val="102A38"/>
                </a:solidFill>
                <a:latin typeface="DejaVu Sans"/>
                <a:ea typeface="DejaVu Sans"/>
                <a:cs typeface="DejaVu Sans"/>
              </a:defRPr>
            </a:lvl2pPr>
            <a:lvl3pPr>
              <a:defRPr sz="1950" b="1">
                <a:solidFill>
                  <a:srgbClr val="102A38"/>
                </a:solidFill>
                <a:latin typeface="DejaVu Sans"/>
                <a:ea typeface="DejaVu Sans"/>
                <a:cs typeface="DejaVu Sans"/>
              </a:defRPr>
            </a:lvl3pPr>
            <a:lvl4pPr>
              <a:defRPr sz="1950" b="1">
                <a:solidFill>
                  <a:srgbClr val="102A38"/>
                </a:solidFill>
                <a:latin typeface="DejaVu Sans"/>
                <a:ea typeface="DejaVu Sans"/>
                <a:cs typeface="DejaVu Sans"/>
              </a:defRPr>
            </a:lvl4pPr>
            <a:lvl5pPr>
              <a:defRPr sz="1950" b="1">
                <a:solidFill>
                  <a:srgbClr val="102A38"/>
                </a:solidFill>
                <a:latin typeface="DejaVu Sans"/>
                <a:ea typeface="DejaVu Sans"/>
                <a:cs typeface="DejaVu Sans"/>
              </a:defRPr>
            </a:lvl5pPr>
            <a:lvl6pPr>
              <a:defRPr sz="1950" b="1">
                <a:solidFill>
                  <a:srgbClr val="102A38"/>
                </a:solidFill>
                <a:latin typeface="DejaVu Sans"/>
                <a:ea typeface="DejaVu Sans"/>
                <a:cs typeface="DejaVu Sans"/>
              </a:defRPr>
            </a:lvl6pPr>
            <a:lvl7pPr>
              <a:defRPr sz="1950" b="1">
                <a:solidFill>
                  <a:srgbClr val="102A38"/>
                </a:solidFill>
                <a:latin typeface="DejaVu Sans"/>
                <a:ea typeface="DejaVu Sans"/>
                <a:cs typeface="DejaVu Sans"/>
              </a:defRPr>
            </a:lvl7pPr>
            <a:lvl8pPr>
              <a:defRPr sz="1950" b="1">
                <a:solidFill>
                  <a:srgbClr val="102A38"/>
                </a:solidFill>
                <a:latin typeface="DejaVu Sans"/>
                <a:ea typeface="DejaVu Sans"/>
                <a:cs typeface="DejaVu Sans"/>
              </a:defRPr>
            </a:lvl8pPr>
            <a:lvl9pPr>
              <a:defRPr sz="1950" b="1">
                <a:solidFill>
                  <a:srgbClr val="102A38"/>
                </a:solidFill>
                <a:latin typeface="DejaVu Sans"/>
                <a:ea typeface="DejaVu Sans"/>
                <a:cs typeface="DejaVu Sans"/>
              </a:defRPr>
            </a:lvl9pPr>
          </a:lstStyle>
          <a:p xmlns:a="http://schemas.openxmlformats.org/drawingml/2006/main">
            <a:pPr>
              <a:defRPr sz="1950" b="1">
                <a:solidFill>
                  <a:srgbClr val="102A38"/>
                </a:solidFill>
                <a:latin typeface="DejaVu Sans"/>
                <a:ea typeface="DejaVu Sans"/>
                <a:cs typeface="DejaVu Sans"/>
              </a:defRPr>
            </a:pPr>
            <a:r>
              <a:rPr sz="1950" b="1">
                <a:solidFill>
                  <a:srgbClr val="102A38"/>
                </a:solidFill>
                <a:latin typeface="DejaVu Sans"/>
                <a:ea typeface="DejaVu Sans"/>
                <a:cs typeface="DejaVu Sans"/>
              </a:rPr>
              <a:t>Siapkan database</a:t>
            </a:r>
          </a:p>
        </p:txBody>
      </p:sp>
      <p:sp>
        <p:nvSpPr>
          <p:cNvPr id="16" name="text-15">
            <a:extLst xmlns:a="http://schemas.openxmlformats.org/drawingml/2006/main">
              <a:ext uri="{FF2B5EF4-FFF2-40B4-BE49-F238E27FC236}">
                <a16:creationId xmlns:a16="http://schemas.microsoft.com/office/drawing/2014/main" id="{9070A3A5-E975-42B3-A345-B09CF0968878}"/>
              </a:ext>
            </a:extLst>
          </p:cNvPr>
          <p:cNvSpPr>
            <a:spLocks xmlns:a="http://schemas.openxmlformats.org/drawingml/2006/main" noGrp="1"/>
          </p:cNvSpPr>
          <p:nvPr/>
        </p:nvSpPr>
        <p:spPr>
          <a:xfrm xmlns:a="http://schemas.openxmlformats.org/drawingml/2006/main">
            <a:off x="1466850" y="5353050"/>
            <a:ext cx="69818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526972"/>
                </a:solidFill>
                <a:latin typeface="DejaVu Sans"/>
                <a:ea typeface="DejaVu Sans"/>
                <a:cs typeface="DejaVu Sans"/>
              </a:defRPr>
            </a:defPPr>
            <a:lvl1pPr>
              <a:defRPr sz="1650" b="0">
                <a:solidFill>
                  <a:srgbClr val="526972"/>
                </a:solidFill>
                <a:latin typeface="DejaVu Sans"/>
                <a:ea typeface="DejaVu Sans"/>
                <a:cs typeface="DejaVu Sans"/>
              </a:defRPr>
            </a:lvl1pPr>
            <a:lvl2pPr>
              <a:defRPr sz="1650" b="0">
                <a:solidFill>
                  <a:srgbClr val="526972"/>
                </a:solidFill>
                <a:latin typeface="DejaVu Sans"/>
                <a:ea typeface="DejaVu Sans"/>
                <a:cs typeface="DejaVu Sans"/>
              </a:defRPr>
            </a:lvl2pPr>
            <a:lvl3pPr>
              <a:defRPr sz="1650" b="0">
                <a:solidFill>
                  <a:srgbClr val="526972"/>
                </a:solidFill>
                <a:latin typeface="DejaVu Sans"/>
                <a:ea typeface="DejaVu Sans"/>
                <a:cs typeface="DejaVu Sans"/>
              </a:defRPr>
            </a:lvl3pPr>
            <a:lvl4pPr>
              <a:defRPr sz="1650" b="0">
                <a:solidFill>
                  <a:srgbClr val="526972"/>
                </a:solidFill>
                <a:latin typeface="DejaVu Sans"/>
                <a:ea typeface="DejaVu Sans"/>
                <a:cs typeface="DejaVu Sans"/>
              </a:defRPr>
            </a:lvl4pPr>
            <a:lvl5pPr>
              <a:defRPr sz="1650" b="0">
                <a:solidFill>
                  <a:srgbClr val="526972"/>
                </a:solidFill>
                <a:latin typeface="DejaVu Sans"/>
                <a:ea typeface="DejaVu Sans"/>
                <a:cs typeface="DejaVu Sans"/>
              </a:defRPr>
            </a:lvl5pPr>
            <a:lvl6pPr>
              <a:defRPr sz="1650" b="0">
                <a:solidFill>
                  <a:srgbClr val="526972"/>
                </a:solidFill>
                <a:latin typeface="DejaVu Sans"/>
                <a:ea typeface="DejaVu Sans"/>
                <a:cs typeface="DejaVu Sans"/>
              </a:defRPr>
            </a:lvl6pPr>
            <a:lvl7pPr>
              <a:defRPr sz="1650" b="0">
                <a:solidFill>
                  <a:srgbClr val="526972"/>
                </a:solidFill>
                <a:latin typeface="DejaVu Sans"/>
                <a:ea typeface="DejaVu Sans"/>
                <a:cs typeface="DejaVu Sans"/>
              </a:defRPr>
            </a:lvl7pPr>
            <a:lvl8pPr>
              <a:defRPr sz="1650" b="0">
                <a:solidFill>
                  <a:srgbClr val="526972"/>
                </a:solidFill>
                <a:latin typeface="DejaVu Sans"/>
                <a:ea typeface="DejaVu Sans"/>
                <a:cs typeface="DejaVu Sans"/>
              </a:defRPr>
            </a:lvl8pPr>
            <a:lvl9pPr>
              <a:defRPr sz="1650" b="0">
                <a:solidFill>
                  <a:srgbClr val="526972"/>
                </a:solidFill>
                <a:latin typeface="DejaVu Sans"/>
                <a:ea typeface="DejaVu Sans"/>
                <a:cs typeface="DejaVu Sans"/>
              </a:defRPr>
            </a:lvl9pPr>
          </a:lstStyle>
          <a:p xmlns:a="http://schemas.openxmlformats.org/drawingml/2006/main">
            <a:pPr>
              <a:defRPr sz="1650" b="0">
                <a:solidFill>
                  <a:srgbClr val="526972"/>
                </a:solidFill>
                <a:latin typeface="DejaVu Sans"/>
                <a:ea typeface="DejaVu Sans"/>
                <a:cs typeface="DejaVu Sans"/>
              </a:defRPr>
            </a:pPr>
            <a:r>
              <a:rPr sz="1650" b="0">
                <a:solidFill>
                  <a:srgbClr val="526972"/>
                </a:solidFill>
                <a:latin typeface="DejaVu Sans"/>
                <a:ea typeface="DejaVu Sans"/>
                <a:cs typeface="DejaVu Sans"/>
              </a:rPr>
              <a:t>Atur akses, sinkronkan build, dan buat DatabaseReference.</a:t>
            </a:r>
          </a:p>
        </p:txBody>
      </p:sp>
      <p:pic>
        <p:nvPicPr>
          <p:cNvPr id="17" name="">
            <a:extLst xmlns:a="http://schemas.openxmlformats.org/drawingml/2006/main">
              <a:ext uri="{FF2B5EF4-FFF2-40B4-BE49-F238E27FC236}">
                <a16:creationId xmlns:a16="http://schemas.microsoft.com/office/drawing/2014/main" id="{08E77AD1-F01E-434F-A4FD-F559725298D6}"/>
              </a:ext>
            </a:extLst>
          </p:cNvPr>
          <p:cNvPicPr>
            <a:picLocks xmlns:a="http://schemas.openxmlformats.org/drawingml/2006/main" noChangeAspect="1"/>
          </p:cNvPicPr>
          <p:nvPr/>
        </p:nvPicPr>
        <p:blipFill>
          <a:blip xmlns:r="http://schemas.openxmlformats.org/officeDocument/2006/relationships" xmlns:a="http://schemas.openxmlformats.org/drawingml/2006/main" r:embed="R1d12fc881cdd46c7"/>
          <a:stretch xmlns:a="http://schemas.openxmlformats.org/drawingml/2006/main"/>
        </p:blipFill>
        <p:spPr>
          <a:xfrm xmlns:a="http://schemas.openxmlformats.org/drawingml/2006/main">
            <a:off x="9248775" y="2165616"/>
            <a:ext cx="2152650" cy="2907768"/>
          </a:xfrm>
          <a:prstGeom xmlns:a="http://schemas.openxmlformats.org/drawingml/2006/main" prst="rect">
            <a:avLst/>
          </a:prstGeom>
        </p:spPr>
      </p:pic>
      <p:sp>
        <p:nvSpPr>
          <p:cNvPr id="18" name="text-16">
            <a:extLst xmlns:a="http://schemas.openxmlformats.org/drawingml/2006/main">
              <a:ext uri="{FF2B5EF4-FFF2-40B4-BE49-F238E27FC236}">
                <a16:creationId xmlns:a16="http://schemas.microsoft.com/office/drawing/2014/main" id="{D286F2F2-FF4D-4D9E-8141-4BE9CCFE7022}"/>
              </a:ext>
            </a:extLst>
          </p:cNvPr>
          <p:cNvSpPr>
            <a:spLocks xmlns:a="http://schemas.openxmlformats.org/drawingml/2006/main" noGrp="1"/>
          </p:cNvSpPr>
          <p:nvPr/>
        </p:nvSpPr>
        <p:spPr>
          <a:xfrm xmlns:a="http://schemas.openxmlformats.org/drawingml/2006/main">
            <a:off x="9067800" y="5391150"/>
            <a:ext cx="2524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526972"/>
                </a:solidFill>
                <a:latin typeface="DejaVu Sans"/>
                <a:ea typeface="DejaVu Sans"/>
                <a:cs typeface="DejaVu Sans"/>
              </a:defRPr>
            </a:defPPr>
            <a:lvl1pPr>
              <a:defRPr sz="1575" b="0">
                <a:solidFill>
                  <a:srgbClr val="526972"/>
                </a:solidFill>
                <a:latin typeface="DejaVu Sans"/>
                <a:ea typeface="DejaVu Sans"/>
                <a:cs typeface="DejaVu Sans"/>
              </a:defRPr>
            </a:lvl1pPr>
            <a:lvl2pPr>
              <a:defRPr sz="1575" b="0">
                <a:solidFill>
                  <a:srgbClr val="526972"/>
                </a:solidFill>
                <a:latin typeface="DejaVu Sans"/>
                <a:ea typeface="DejaVu Sans"/>
                <a:cs typeface="DejaVu Sans"/>
              </a:defRPr>
            </a:lvl2pPr>
            <a:lvl3pPr>
              <a:defRPr sz="1575" b="0">
                <a:solidFill>
                  <a:srgbClr val="526972"/>
                </a:solidFill>
                <a:latin typeface="DejaVu Sans"/>
                <a:ea typeface="DejaVu Sans"/>
                <a:cs typeface="DejaVu Sans"/>
              </a:defRPr>
            </a:lvl3pPr>
            <a:lvl4pPr>
              <a:defRPr sz="1575" b="0">
                <a:solidFill>
                  <a:srgbClr val="526972"/>
                </a:solidFill>
                <a:latin typeface="DejaVu Sans"/>
                <a:ea typeface="DejaVu Sans"/>
                <a:cs typeface="DejaVu Sans"/>
              </a:defRPr>
            </a:lvl4pPr>
            <a:lvl5pPr>
              <a:defRPr sz="1575" b="0">
                <a:solidFill>
                  <a:srgbClr val="526972"/>
                </a:solidFill>
                <a:latin typeface="DejaVu Sans"/>
                <a:ea typeface="DejaVu Sans"/>
                <a:cs typeface="DejaVu Sans"/>
              </a:defRPr>
            </a:lvl5pPr>
            <a:lvl6pPr>
              <a:defRPr sz="1575" b="0">
                <a:solidFill>
                  <a:srgbClr val="526972"/>
                </a:solidFill>
                <a:latin typeface="DejaVu Sans"/>
                <a:ea typeface="DejaVu Sans"/>
                <a:cs typeface="DejaVu Sans"/>
              </a:defRPr>
            </a:lvl6pPr>
            <a:lvl7pPr>
              <a:defRPr sz="1575" b="0">
                <a:solidFill>
                  <a:srgbClr val="526972"/>
                </a:solidFill>
                <a:latin typeface="DejaVu Sans"/>
                <a:ea typeface="DejaVu Sans"/>
                <a:cs typeface="DejaVu Sans"/>
              </a:defRPr>
            </a:lvl7pPr>
            <a:lvl8pPr>
              <a:defRPr sz="1575" b="0">
                <a:solidFill>
                  <a:srgbClr val="526972"/>
                </a:solidFill>
                <a:latin typeface="DejaVu Sans"/>
                <a:ea typeface="DejaVu Sans"/>
                <a:cs typeface="DejaVu Sans"/>
              </a:defRPr>
            </a:lvl8pPr>
            <a:lvl9pPr>
              <a:defRPr sz="1575" b="0">
                <a:solidFill>
                  <a:srgbClr val="526972"/>
                </a:solidFill>
                <a:latin typeface="DejaVu Sans"/>
                <a:ea typeface="DejaVu Sans"/>
                <a:cs typeface="DejaVu Sans"/>
              </a:defRPr>
            </a:lvl9pPr>
          </a:lstStyle>
          <a:p xmlns:a="http://schemas.openxmlformats.org/drawingml/2006/main">
            <a:pPr>
              <a:defRPr sz="1575" b="0">
                <a:solidFill>
                  <a:srgbClr val="526972"/>
                </a:solidFill>
                <a:latin typeface="DejaVu Sans"/>
                <a:ea typeface="DejaVu Sans"/>
                <a:cs typeface="DejaVu Sans"/>
              </a:defRPr>
            </a:pPr>
            <a:r>
              <a:rPr sz="1575" b="0">
                <a:solidFill>
                  <a:srgbClr val="526972"/>
                </a:solidFill>
                <a:latin typeface="DejaVu Sans"/>
                <a:ea typeface="DejaVu Sans"/>
                <a:cs typeface="DejaVu Sans"/>
              </a:rPr>
              <a:t>Registrasi aplikasi</a:t>
            </a:r>
          </a:p>
          <a:p xmlns:a="http://schemas.openxmlformats.org/drawingml/2006/main">
            <a:pPr>
              <a:defRPr sz="1575" b="0">
                <a:solidFill>
                  <a:srgbClr val="526972"/>
                </a:solidFill>
                <a:latin typeface="DejaVu Sans"/>
                <a:ea typeface="DejaVu Sans"/>
                <a:cs typeface="DejaVu Sans"/>
              </a:defRPr>
            </a:pPr>
            <a:r>
              <a:rPr sz="1575" b="0">
                <a:solidFill>
                  <a:srgbClr val="526972"/>
                </a:solidFill>
                <a:latin typeface="DejaVu Sans"/>
                <a:ea typeface="DejaVu Sans"/>
                <a:cs typeface="DejaVu Sans"/>
              </a:rPr>
              <a:t>pada contoh modul</a:t>
            </a:r>
          </a:p>
        </p:txBody>
      </p:sp>
    </p:spTree>
    <p:extLst>
      <p:ext uri="{BB962C8B-B14F-4D97-AF65-F5344CB8AC3E}">
        <p14:creationId xmlns:p14="http://schemas.microsoft.com/office/powerpoint/2010/main" val="1094169421"/>
      </p:ext>
    </p:extLst>
  </p:cSld>
</p:sld>
</file>

<file path=ppt/slides/slide28.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1836676-9E91-48F4-80D5-D9F8887916AA}"/>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06 / FIREBASE</a:t>
            </a:r>
          </a:p>
        </p:txBody>
      </p:sp>
      <p:sp>
        <p:nvSpPr>
          <p:cNvPr id="2" name="slide-title">
            <a:extLst xmlns:a="http://schemas.openxmlformats.org/drawingml/2006/main">
              <a:ext uri="{FF2B5EF4-FFF2-40B4-BE49-F238E27FC236}">
                <a16:creationId xmlns:a16="http://schemas.microsoft.com/office/drawing/2014/main" id="{DFED4DD3-4E96-44AF-A87B-F81EB62D91DE}"/>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Operasi CRUD pada Firebase</a:t>
            </a:r>
          </a:p>
        </p:txBody>
      </p:sp>
      <p:sp>
        <p:nvSpPr>
          <p:cNvPr id="3" name="text-2">
            <a:extLst xmlns:a="http://schemas.openxmlformats.org/drawingml/2006/main">
              <a:ext uri="{FF2B5EF4-FFF2-40B4-BE49-F238E27FC236}">
                <a16:creationId xmlns:a16="http://schemas.microsoft.com/office/drawing/2014/main" id="{B5C1C18C-58B4-49D4-A968-41E73880FAF1}"/>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Bab 6, hlm. PDF 13–18 dan 21–25</a:t>
            </a:r>
          </a:p>
        </p:txBody>
      </p:sp>
      <p:sp>
        <p:nvSpPr>
          <p:cNvPr id="4" name="text-3">
            <a:extLst xmlns:a="http://schemas.openxmlformats.org/drawingml/2006/main">
              <a:ext uri="{FF2B5EF4-FFF2-40B4-BE49-F238E27FC236}">
                <a16:creationId xmlns:a16="http://schemas.microsoft.com/office/drawing/2014/main" id="{DB89A0FE-6735-4A92-BD71-042453C63D38}"/>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28</a:t>
            </a:r>
          </a:p>
        </p:txBody>
      </p:sp>
      <p:graphicFrame>
        <p:nvGraphicFramePr>
          <p:cNvPr id="5" name="">
            <a:extLst xmlns:a="http://schemas.openxmlformats.org/drawingml/2006/main">
              <a:ext uri="{FF2B5EF4-FFF2-40B4-BE49-F238E27FC236}">
                <a16:creationId xmlns:a16="http://schemas.microsoft.com/office/drawing/2014/main" id="{8FAC79F9-C94D-4147-8C33-B622AA976D4E}"/>
              </a:ext>
            </a:extLst>
          </p:cNvPr>
          <p:cNvGraphicFramePr/>
          <p:nvPr/>
        </p:nvGraphicFramePr>
        <p:xfrm>
          <a:off xmlns:a="http://schemas.openxmlformats.org/drawingml/2006/main" x="609600" y="2019300"/>
          <a:ext xmlns:a="http://schemas.openxmlformats.org/drawingml/2006/main" cx="10972800" cy="3533775"/>
        </p:xfrm>
        <a:graphic xmlns:a="http://schemas.openxmlformats.org/drawingml/2006/main">
          <a:graphicData uri="http://schemas.openxmlformats.org/drawingml/2006/table">
            <a:tbl>
              <a:tblPr/>
              <a:tblGrid>
                <a:gridCol w="1809750"/>
                <a:gridCol w="4162425"/>
                <a:gridCol w="5000625"/>
              </a:tblGrid>
              <a:tr h="533400">
                <a:tc>
                  <a:txBody>
                    <a:bodyPr lIns="95250" tIns="95250" rIns="95250" bIns="95250">
                      <a:noAutofit/>
                    </a:bodyPr>
                    <a:lstStyle/>
                    <a:p>
                      <a:r>
                        <a:rPr sz="1725" b="1">
                          <a:solidFill>
                            <a:srgbClr val="FFFFFF"/>
                          </a:solidFill>
                          <a:latin typeface="DejaVu Sans"/>
                          <a:ea typeface="DejaVu Sans"/>
                          <a:cs typeface="DejaVu Sans"/>
                        </a:rPr>
                        <a:t>Operasi</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725" b="1">
                          <a:solidFill>
                            <a:srgbClr val="FFFFFF"/>
                          </a:solidFill>
                          <a:latin typeface="DejaVu Sans"/>
                          <a:ea typeface="DejaVu Sans"/>
                          <a:cs typeface="DejaVu Sans"/>
                        </a:rPr>
                        <a:t>Pola pada contoh</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725" b="1">
                          <a:solidFill>
                            <a:srgbClr val="FFFFFF"/>
                          </a:solidFill>
                          <a:latin typeface="DejaVu Sans"/>
                          <a:ea typeface="DejaVu Sans"/>
                          <a:cs typeface="DejaVu Sans"/>
                        </a:rPr>
                        <a:t>Hasil</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750094">
                <a:tc>
                  <a:txBody>
                    <a:bodyPr lIns="95250" tIns="95250" rIns="95250" bIns="95250">
                      <a:noAutofit/>
                    </a:bodyPr>
                    <a:lstStyle/>
                    <a:p>
                      <a:r>
                        <a:rPr sz="1725" b="1">
                          <a:solidFill>
                            <a:srgbClr val="102A38"/>
                          </a:solidFill>
                          <a:latin typeface="DejaVu Sans"/>
                          <a:ea typeface="DejaVu Sans"/>
                          <a:cs typeface="DejaVu Sans"/>
                        </a:rPr>
                        <a:t>Create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push().getKey() + setValue()</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Membuat ID dan menyimpan agenda</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50094">
                <a:tc>
                  <a:txBody>
                    <a:bodyPr lIns="95250" tIns="95250" rIns="95250" bIns="95250">
                      <a:noAutofit/>
                    </a:bodyPr>
                    <a:lstStyle/>
                    <a:p>
                      <a:r>
                        <a:rPr sz="1725" b="1">
                          <a:solidFill>
                            <a:srgbClr val="102A38"/>
                          </a:solidFill>
                          <a:latin typeface="DejaVu Sans"/>
                          <a:ea typeface="DejaVu Sans"/>
                          <a:cs typeface="DejaVu Sans"/>
                        </a:rPr>
                        <a:t>Read</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ValueEventListener</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Menerima perubahan melalui onDataChange()</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750094">
                <a:tc>
                  <a:txBody>
                    <a:bodyPr lIns="95250" tIns="95250" rIns="95250" bIns="95250">
                      <a:noAutofit/>
                    </a:bodyPr>
                    <a:lstStyle/>
                    <a:p>
                      <a:r>
                        <a:rPr sz="1725" b="1">
                          <a:solidFill>
                            <a:srgbClr val="102A38"/>
                          </a:solidFill>
                          <a:latin typeface="DejaVu Sans"/>
                          <a:ea typeface="DejaVu Sans"/>
                          <a:cs typeface="DejaVu Sans"/>
                        </a:rPr>
                        <a:t>Update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child(id).setValue()</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Menimpa data pada lokasi ID yang sama</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50094">
                <a:tc>
                  <a:txBody>
                    <a:bodyPr lIns="95250" tIns="95250" rIns="95250" bIns="95250">
                      <a:noAutofit/>
                    </a:bodyPr>
                    <a:lstStyle/>
                    <a:p>
                      <a:r>
                        <a:rPr sz="1725" b="1">
                          <a:solidFill>
                            <a:srgbClr val="102A38"/>
                          </a:solidFill>
                          <a:latin typeface="DejaVu Sans"/>
                          <a:ea typeface="DejaVu Sans"/>
                          <a:cs typeface="DejaVu Sans"/>
                        </a:rPr>
                        <a:t>Delete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child(id).removeValue()</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Menghapus agenda pada lokasi tersebut</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bl>
          </a:graphicData>
        </a:graphic>
      </p:graphicFrame>
      <p:sp>
        <p:nvSpPr>
          <p:cNvPr id="6" name="text-4">
            <a:extLst xmlns:a="http://schemas.openxmlformats.org/drawingml/2006/main">
              <a:ext uri="{FF2B5EF4-FFF2-40B4-BE49-F238E27FC236}">
                <a16:creationId xmlns:a16="http://schemas.microsoft.com/office/drawing/2014/main" id="{37385A1F-A104-4DD2-A47B-B981B30D3DBA}"/>
              </a:ext>
            </a:extLst>
          </p:cNvPr>
          <p:cNvSpPr>
            <a:spLocks xmlns:a="http://schemas.openxmlformats.org/drawingml/2006/main" noGrp="1"/>
          </p:cNvSpPr>
          <p:nvPr/>
        </p:nvSpPr>
        <p:spPr>
          <a:xfrm xmlns:a="http://schemas.openxmlformats.org/drawingml/2006/main">
            <a:off x="609600" y="577215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147B61"/>
                </a:solidFill>
                <a:latin typeface="DejaVu Sans"/>
                <a:ea typeface="DejaVu Sans"/>
                <a:cs typeface="DejaVu Sans"/>
              </a:defRPr>
            </a:defPPr>
            <a:lvl1pPr>
              <a:defRPr sz="1875" b="1">
                <a:solidFill>
                  <a:srgbClr val="147B61"/>
                </a:solidFill>
                <a:latin typeface="DejaVu Sans"/>
                <a:ea typeface="DejaVu Sans"/>
                <a:cs typeface="DejaVu Sans"/>
              </a:defRPr>
            </a:lvl1pPr>
            <a:lvl2pPr>
              <a:defRPr sz="1875" b="1">
                <a:solidFill>
                  <a:srgbClr val="147B61"/>
                </a:solidFill>
                <a:latin typeface="DejaVu Sans"/>
                <a:ea typeface="DejaVu Sans"/>
                <a:cs typeface="DejaVu Sans"/>
              </a:defRPr>
            </a:lvl2pPr>
            <a:lvl3pPr>
              <a:defRPr sz="1875" b="1">
                <a:solidFill>
                  <a:srgbClr val="147B61"/>
                </a:solidFill>
                <a:latin typeface="DejaVu Sans"/>
                <a:ea typeface="DejaVu Sans"/>
                <a:cs typeface="DejaVu Sans"/>
              </a:defRPr>
            </a:lvl3pPr>
            <a:lvl4pPr>
              <a:defRPr sz="1875" b="1">
                <a:solidFill>
                  <a:srgbClr val="147B61"/>
                </a:solidFill>
                <a:latin typeface="DejaVu Sans"/>
                <a:ea typeface="DejaVu Sans"/>
                <a:cs typeface="DejaVu Sans"/>
              </a:defRPr>
            </a:lvl4pPr>
            <a:lvl5pPr>
              <a:defRPr sz="1875" b="1">
                <a:solidFill>
                  <a:srgbClr val="147B61"/>
                </a:solidFill>
                <a:latin typeface="DejaVu Sans"/>
                <a:ea typeface="DejaVu Sans"/>
                <a:cs typeface="DejaVu Sans"/>
              </a:defRPr>
            </a:lvl5pPr>
            <a:lvl6pPr>
              <a:defRPr sz="1875" b="1">
                <a:solidFill>
                  <a:srgbClr val="147B61"/>
                </a:solidFill>
                <a:latin typeface="DejaVu Sans"/>
                <a:ea typeface="DejaVu Sans"/>
                <a:cs typeface="DejaVu Sans"/>
              </a:defRPr>
            </a:lvl6pPr>
            <a:lvl7pPr>
              <a:defRPr sz="1875" b="1">
                <a:solidFill>
                  <a:srgbClr val="147B61"/>
                </a:solidFill>
                <a:latin typeface="DejaVu Sans"/>
                <a:ea typeface="DejaVu Sans"/>
                <a:cs typeface="DejaVu Sans"/>
              </a:defRPr>
            </a:lvl7pPr>
            <a:lvl8pPr>
              <a:defRPr sz="1875" b="1">
                <a:solidFill>
                  <a:srgbClr val="147B61"/>
                </a:solidFill>
                <a:latin typeface="DejaVu Sans"/>
                <a:ea typeface="DejaVu Sans"/>
                <a:cs typeface="DejaVu Sans"/>
              </a:defRPr>
            </a:lvl8pPr>
            <a:lvl9pPr>
              <a:defRPr sz="1875" b="1">
                <a:solidFill>
                  <a:srgbClr val="147B61"/>
                </a:solidFill>
                <a:latin typeface="DejaVu Sans"/>
                <a:ea typeface="DejaVu Sans"/>
                <a:cs typeface="DejaVu Sans"/>
              </a:defRPr>
            </a:lvl9pPr>
          </a:lstStyle>
          <a:p xmlns:a="http://schemas.openxmlformats.org/drawingml/2006/main">
            <a:pPr>
              <a:defRPr sz="1875" b="1">
                <a:solidFill>
                  <a:srgbClr val="147B61"/>
                </a:solidFill>
                <a:latin typeface="DejaVu Sans"/>
                <a:ea typeface="DejaVu Sans"/>
                <a:cs typeface="DejaVu Sans"/>
              </a:defRPr>
            </a:pPr>
            <a:r>
              <a:rPr sz="1875" b="1">
                <a:solidFill>
                  <a:srgbClr val="147B61"/>
                </a:solidFill>
                <a:latin typeface="DejaVu Sans"/>
                <a:ea typeface="DejaVu Sans"/>
                <a:cs typeface="DejaVu Sans"/>
              </a:rPr>
              <a:t>ID mengikat satu item agenda ke lokasi data yang akan dibaca, diubah, atau dihapus.</a:t>
            </a:r>
          </a:p>
        </p:txBody>
      </p:sp>
    </p:spTree>
    <p:extLst>
      <p:ext uri="{BB962C8B-B14F-4D97-AF65-F5344CB8AC3E}">
        <p14:creationId xmlns:p14="http://schemas.microsoft.com/office/powerpoint/2010/main" val="589870462"/>
      </p:ext>
    </p:extLst>
  </p:cSld>
</p:sld>
</file>

<file path=ppt/slides/slide2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1E12650F-1D81-44CB-AB30-2370076E2E76}"/>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06 / FIREBASE</a:t>
            </a:r>
          </a:p>
        </p:txBody>
      </p:sp>
      <p:sp>
        <p:nvSpPr>
          <p:cNvPr id="2" name="slide-title">
            <a:extLst xmlns:a="http://schemas.openxmlformats.org/drawingml/2006/main">
              <a:ext uri="{FF2B5EF4-FFF2-40B4-BE49-F238E27FC236}">
                <a16:creationId xmlns:a16="http://schemas.microsoft.com/office/drawing/2014/main" id="{ADE42EEC-77AA-47AE-AEC8-8E6EADD87E4D}"/>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Aplikasi agenda dan aturan akses</a:t>
            </a:r>
          </a:p>
        </p:txBody>
      </p:sp>
      <p:sp>
        <p:nvSpPr>
          <p:cNvPr id="3" name="text-2">
            <a:extLst xmlns:a="http://schemas.openxmlformats.org/drawingml/2006/main">
              <a:ext uri="{FF2B5EF4-FFF2-40B4-BE49-F238E27FC236}">
                <a16:creationId xmlns:a16="http://schemas.microsoft.com/office/drawing/2014/main" id="{C61C6A6F-D1FD-4672-B94C-3DFA5C13076D}"/>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Bab 6, hlm. PDF 10 dan 13–18. Klarifikasi: dokumentasi Firebase</a:t>
            </a:r>
          </a:p>
        </p:txBody>
      </p:sp>
      <p:sp>
        <p:nvSpPr>
          <p:cNvPr id="4" name="text-3">
            <a:extLst xmlns:a="http://schemas.openxmlformats.org/drawingml/2006/main">
              <a:ext uri="{FF2B5EF4-FFF2-40B4-BE49-F238E27FC236}">
                <a16:creationId xmlns:a16="http://schemas.microsoft.com/office/drawing/2014/main" id="{936C3ADE-75E3-4BE3-8815-1A0C61BBC6F9}"/>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29</a:t>
            </a:r>
          </a:p>
        </p:txBody>
      </p:sp>
      <p:sp>
        <p:nvSpPr>
          <p:cNvPr id="5" name="text-4">
            <a:extLst xmlns:a="http://schemas.openxmlformats.org/drawingml/2006/main">
              <a:ext uri="{FF2B5EF4-FFF2-40B4-BE49-F238E27FC236}">
                <a16:creationId xmlns:a16="http://schemas.microsoft.com/office/drawing/2014/main" id="{7C221201-961A-4B76-9162-E13546B4B67D}"/>
              </a:ext>
            </a:extLst>
          </p:cNvPr>
          <p:cNvSpPr>
            <a:spLocks xmlns:a="http://schemas.openxmlformats.org/drawingml/2006/main" noGrp="1"/>
          </p:cNvSpPr>
          <p:nvPr/>
        </p:nvSpPr>
        <p:spPr>
          <a:xfrm xmlns:a="http://schemas.openxmlformats.org/drawingml/2006/main">
            <a:off x="609600" y="20383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7DE2BA"/>
                </a:solidFill>
                <a:latin typeface="DejaVu Sans"/>
                <a:ea typeface="DejaVu Sans"/>
                <a:cs typeface="DejaVu Sans"/>
              </a:defRPr>
            </a:defPPr>
            <a:lvl1pPr>
              <a:defRPr sz="2850" b="1">
                <a:solidFill>
                  <a:srgbClr val="7DE2BA"/>
                </a:solidFill>
                <a:latin typeface="DejaVu Sans"/>
                <a:ea typeface="DejaVu Sans"/>
                <a:cs typeface="DejaVu Sans"/>
              </a:defRPr>
            </a:lvl1pPr>
            <a:lvl2pPr>
              <a:defRPr sz="2850" b="1">
                <a:solidFill>
                  <a:srgbClr val="7DE2BA"/>
                </a:solidFill>
                <a:latin typeface="DejaVu Sans"/>
                <a:ea typeface="DejaVu Sans"/>
                <a:cs typeface="DejaVu Sans"/>
              </a:defRPr>
            </a:lvl2pPr>
            <a:lvl3pPr>
              <a:defRPr sz="2850" b="1">
                <a:solidFill>
                  <a:srgbClr val="7DE2BA"/>
                </a:solidFill>
                <a:latin typeface="DejaVu Sans"/>
                <a:ea typeface="DejaVu Sans"/>
                <a:cs typeface="DejaVu Sans"/>
              </a:defRPr>
            </a:lvl3pPr>
            <a:lvl4pPr>
              <a:defRPr sz="2850" b="1">
                <a:solidFill>
                  <a:srgbClr val="7DE2BA"/>
                </a:solidFill>
                <a:latin typeface="DejaVu Sans"/>
                <a:ea typeface="DejaVu Sans"/>
                <a:cs typeface="DejaVu Sans"/>
              </a:defRPr>
            </a:lvl4pPr>
            <a:lvl5pPr>
              <a:defRPr sz="2850" b="1">
                <a:solidFill>
                  <a:srgbClr val="7DE2BA"/>
                </a:solidFill>
                <a:latin typeface="DejaVu Sans"/>
                <a:ea typeface="DejaVu Sans"/>
                <a:cs typeface="DejaVu Sans"/>
              </a:defRPr>
            </a:lvl5pPr>
            <a:lvl6pPr>
              <a:defRPr sz="2850" b="1">
                <a:solidFill>
                  <a:srgbClr val="7DE2BA"/>
                </a:solidFill>
                <a:latin typeface="DejaVu Sans"/>
                <a:ea typeface="DejaVu Sans"/>
                <a:cs typeface="DejaVu Sans"/>
              </a:defRPr>
            </a:lvl6pPr>
            <a:lvl7pPr>
              <a:defRPr sz="2850" b="1">
                <a:solidFill>
                  <a:srgbClr val="7DE2BA"/>
                </a:solidFill>
                <a:latin typeface="DejaVu Sans"/>
                <a:ea typeface="DejaVu Sans"/>
                <a:cs typeface="DejaVu Sans"/>
              </a:defRPr>
            </a:lvl7pPr>
            <a:lvl8pPr>
              <a:defRPr sz="2850" b="1">
                <a:solidFill>
                  <a:srgbClr val="7DE2BA"/>
                </a:solidFill>
                <a:latin typeface="DejaVu Sans"/>
                <a:ea typeface="DejaVu Sans"/>
                <a:cs typeface="DejaVu Sans"/>
              </a:defRPr>
            </a:lvl8pPr>
            <a:lvl9pPr>
              <a:defRPr sz="2850" b="1">
                <a:solidFill>
                  <a:srgbClr val="7DE2BA"/>
                </a:solidFill>
                <a:latin typeface="DejaVu Sans"/>
                <a:ea typeface="DejaVu Sans"/>
                <a:cs typeface="DejaVu Sans"/>
              </a:defRPr>
            </a:lvl9pPr>
          </a:lstStyle>
          <a:p xmlns:a="http://schemas.openxmlformats.org/drawingml/2006/main">
            <a:pPr>
              <a:defRPr sz="2850" b="1">
                <a:solidFill>
                  <a:srgbClr val="7DE2BA"/>
                </a:solidFill>
                <a:latin typeface="DejaVu Sans"/>
                <a:ea typeface="DejaVu Sans"/>
                <a:cs typeface="DejaVu Sans"/>
              </a:defRPr>
            </a:pPr>
            <a:r>
              <a:rPr sz="2850" b="1">
                <a:solidFill>
                  <a:srgbClr val="7DE2BA"/>
                </a:solidFill>
                <a:latin typeface="DejaVu Sans"/>
                <a:ea typeface="DejaVu Sans"/>
                <a:cs typeface="DejaVu Sans"/>
              </a:rPr>
              <a:t>01</a:t>
            </a:r>
          </a:p>
        </p:txBody>
      </p:sp>
      <p:sp>
        <p:nvSpPr>
          <p:cNvPr id="6" name="text-5">
            <a:extLst xmlns:a="http://schemas.openxmlformats.org/drawingml/2006/main">
              <a:ext uri="{FF2B5EF4-FFF2-40B4-BE49-F238E27FC236}">
                <a16:creationId xmlns:a16="http://schemas.microsoft.com/office/drawing/2014/main" id="{E8C2C088-A76D-4BDC-9E25-2C8526FC6D0A}"/>
              </a:ext>
            </a:extLst>
          </p:cNvPr>
          <p:cNvSpPr>
            <a:spLocks xmlns:a="http://schemas.openxmlformats.org/drawingml/2006/main" noGrp="1"/>
          </p:cNvSpPr>
          <p:nvPr/>
        </p:nvSpPr>
        <p:spPr>
          <a:xfrm xmlns:a="http://schemas.openxmlformats.org/drawingml/2006/main">
            <a:off x="1466850" y="20383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DejaVu Sans"/>
                <a:ea typeface="DejaVu Sans"/>
                <a:cs typeface="DejaVu Sans"/>
              </a:defRPr>
            </a:defPPr>
            <a:lvl1pPr>
              <a:defRPr sz="2100" b="1">
                <a:solidFill>
                  <a:srgbClr val="FFFFFF"/>
                </a:solidFill>
                <a:latin typeface="DejaVu Sans"/>
                <a:ea typeface="DejaVu Sans"/>
                <a:cs typeface="DejaVu Sans"/>
              </a:defRPr>
            </a:lvl1pPr>
            <a:lvl2pPr>
              <a:defRPr sz="2100" b="1">
                <a:solidFill>
                  <a:srgbClr val="FFFFFF"/>
                </a:solidFill>
                <a:latin typeface="DejaVu Sans"/>
                <a:ea typeface="DejaVu Sans"/>
                <a:cs typeface="DejaVu Sans"/>
              </a:defRPr>
            </a:lvl2pPr>
            <a:lvl3pPr>
              <a:defRPr sz="2100" b="1">
                <a:solidFill>
                  <a:srgbClr val="FFFFFF"/>
                </a:solidFill>
                <a:latin typeface="DejaVu Sans"/>
                <a:ea typeface="DejaVu Sans"/>
                <a:cs typeface="DejaVu Sans"/>
              </a:defRPr>
            </a:lvl3pPr>
            <a:lvl4pPr>
              <a:defRPr sz="2100" b="1">
                <a:solidFill>
                  <a:srgbClr val="FFFFFF"/>
                </a:solidFill>
                <a:latin typeface="DejaVu Sans"/>
                <a:ea typeface="DejaVu Sans"/>
                <a:cs typeface="DejaVu Sans"/>
              </a:defRPr>
            </a:lvl4pPr>
            <a:lvl5pPr>
              <a:defRPr sz="2100" b="1">
                <a:solidFill>
                  <a:srgbClr val="FFFFFF"/>
                </a:solidFill>
                <a:latin typeface="DejaVu Sans"/>
                <a:ea typeface="DejaVu Sans"/>
                <a:cs typeface="DejaVu Sans"/>
              </a:defRPr>
            </a:lvl5pPr>
            <a:lvl6pPr>
              <a:defRPr sz="2100" b="1">
                <a:solidFill>
                  <a:srgbClr val="FFFFFF"/>
                </a:solidFill>
                <a:latin typeface="DejaVu Sans"/>
                <a:ea typeface="DejaVu Sans"/>
                <a:cs typeface="DejaVu Sans"/>
              </a:defRPr>
            </a:lvl6pPr>
            <a:lvl7pPr>
              <a:defRPr sz="2100" b="1">
                <a:solidFill>
                  <a:srgbClr val="FFFFFF"/>
                </a:solidFill>
                <a:latin typeface="DejaVu Sans"/>
                <a:ea typeface="DejaVu Sans"/>
                <a:cs typeface="DejaVu Sans"/>
              </a:defRPr>
            </a:lvl7pPr>
            <a:lvl8pPr>
              <a:defRPr sz="2100" b="1">
                <a:solidFill>
                  <a:srgbClr val="FFFFFF"/>
                </a:solidFill>
                <a:latin typeface="DejaVu Sans"/>
                <a:ea typeface="DejaVu Sans"/>
                <a:cs typeface="DejaVu Sans"/>
              </a:defRPr>
            </a:lvl8pPr>
            <a:lvl9pPr>
              <a:defRPr sz="2100" b="1">
                <a:solidFill>
                  <a:srgbClr val="FFFFFF"/>
                </a:solidFill>
                <a:latin typeface="DejaVu Sans"/>
                <a:ea typeface="DejaVu Sans"/>
                <a:cs typeface="DejaVu Sans"/>
              </a:defRPr>
            </a:lvl9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Input agenda</a:t>
            </a:r>
          </a:p>
        </p:txBody>
      </p:sp>
      <p:sp>
        <p:nvSpPr>
          <p:cNvPr id="7" name="text-6">
            <a:extLst xmlns:a="http://schemas.openxmlformats.org/drawingml/2006/main">
              <a:ext uri="{FF2B5EF4-FFF2-40B4-BE49-F238E27FC236}">
                <a16:creationId xmlns:a16="http://schemas.microsoft.com/office/drawing/2014/main" id="{516CB959-E0E3-45B7-8787-28FFF0528E7D}"/>
              </a:ext>
            </a:extLst>
          </p:cNvPr>
          <p:cNvSpPr>
            <a:spLocks xmlns:a="http://schemas.openxmlformats.org/drawingml/2006/main" noGrp="1"/>
          </p:cNvSpPr>
          <p:nvPr/>
        </p:nvSpPr>
        <p:spPr>
          <a:xfrm xmlns:a="http://schemas.openxmlformats.org/drawingml/2006/main">
            <a:off x="1466850" y="2428875"/>
            <a:ext cx="5905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DCDD3"/>
                </a:solidFill>
                <a:latin typeface="DejaVu Sans"/>
                <a:ea typeface="DejaVu Sans"/>
                <a:cs typeface="DejaVu Sans"/>
              </a:defRPr>
            </a:defPPr>
            <a:lvl1pPr>
              <a:defRPr sz="1800" b="0">
                <a:solidFill>
                  <a:srgbClr val="BDCDD3"/>
                </a:solidFill>
                <a:latin typeface="DejaVu Sans"/>
                <a:ea typeface="DejaVu Sans"/>
                <a:cs typeface="DejaVu Sans"/>
              </a:defRPr>
            </a:lvl1pPr>
            <a:lvl2pPr>
              <a:defRPr sz="1800" b="0">
                <a:solidFill>
                  <a:srgbClr val="BDCDD3"/>
                </a:solidFill>
                <a:latin typeface="DejaVu Sans"/>
                <a:ea typeface="DejaVu Sans"/>
                <a:cs typeface="DejaVu Sans"/>
              </a:defRPr>
            </a:lvl2pPr>
            <a:lvl3pPr>
              <a:defRPr sz="1800" b="0">
                <a:solidFill>
                  <a:srgbClr val="BDCDD3"/>
                </a:solidFill>
                <a:latin typeface="DejaVu Sans"/>
                <a:ea typeface="DejaVu Sans"/>
                <a:cs typeface="DejaVu Sans"/>
              </a:defRPr>
            </a:lvl3pPr>
            <a:lvl4pPr>
              <a:defRPr sz="1800" b="0">
                <a:solidFill>
                  <a:srgbClr val="BDCDD3"/>
                </a:solidFill>
                <a:latin typeface="DejaVu Sans"/>
                <a:ea typeface="DejaVu Sans"/>
                <a:cs typeface="DejaVu Sans"/>
              </a:defRPr>
            </a:lvl4pPr>
            <a:lvl5pPr>
              <a:defRPr sz="1800" b="0">
                <a:solidFill>
                  <a:srgbClr val="BDCDD3"/>
                </a:solidFill>
                <a:latin typeface="DejaVu Sans"/>
                <a:ea typeface="DejaVu Sans"/>
                <a:cs typeface="DejaVu Sans"/>
              </a:defRPr>
            </a:lvl5pPr>
            <a:lvl6pPr>
              <a:defRPr sz="1800" b="0">
                <a:solidFill>
                  <a:srgbClr val="BDCDD3"/>
                </a:solidFill>
                <a:latin typeface="DejaVu Sans"/>
                <a:ea typeface="DejaVu Sans"/>
                <a:cs typeface="DejaVu Sans"/>
              </a:defRPr>
            </a:lvl6pPr>
            <a:lvl7pPr>
              <a:defRPr sz="1800" b="0">
                <a:solidFill>
                  <a:srgbClr val="BDCDD3"/>
                </a:solidFill>
                <a:latin typeface="DejaVu Sans"/>
                <a:ea typeface="DejaVu Sans"/>
                <a:cs typeface="DejaVu Sans"/>
              </a:defRPr>
            </a:lvl7pPr>
            <a:lvl8pPr>
              <a:defRPr sz="1800" b="0">
                <a:solidFill>
                  <a:srgbClr val="BDCDD3"/>
                </a:solidFill>
                <a:latin typeface="DejaVu Sans"/>
                <a:ea typeface="DejaVu Sans"/>
                <a:cs typeface="DejaVu Sans"/>
              </a:defRPr>
            </a:lvl8pPr>
            <a:lvl9pPr>
              <a:defRPr sz="1800" b="0">
                <a:solidFill>
                  <a:srgbClr val="BDCDD3"/>
                </a:solidFill>
                <a:latin typeface="DejaVu Sans"/>
                <a:ea typeface="DejaVu Sans"/>
                <a:cs typeface="DejaVu Sans"/>
              </a:defRPr>
            </a:lvl9pPr>
          </a:lstStyle>
          <a:p xmlns:a="http://schemas.openxmlformats.org/drawingml/2006/main">
            <a:pPr>
              <a:defRPr sz="1800" b="0">
                <a:solidFill>
                  <a:srgbClr val="BDCDD3"/>
                </a:solidFill>
                <a:latin typeface="DejaVu Sans"/>
                <a:ea typeface="DejaVu Sans"/>
                <a:cs typeface="DejaVu Sans"/>
              </a:defRPr>
            </a:pPr>
            <a:r>
              <a:rPr sz="1800" b="0">
                <a:solidFill>
                  <a:srgbClr val="BDCDD3"/>
                </a:solidFill>
                <a:latin typeface="DejaVu Sans"/>
                <a:ea typeface="DejaVu Sans"/>
                <a:cs typeface="DejaVu Sans"/>
              </a:rPr>
              <a:t>EditText menerima item, lalu tombol Simpan menulis data.</a:t>
            </a:r>
          </a:p>
        </p:txBody>
      </p:sp>
      <p:sp>
        <p:nvSpPr>
          <p:cNvPr id="8" name="text-7">
            <a:extLst xmlns:a="http://schemas.openxmlformats.org/drawingml/2006/main">
              <a:ext uri="{FF2B5EF4-FFF2-40B4-BE49-F238E27FC236}">
                <a16:creationId xmlns:a16="http://schemas.microsoft.com/office/drawing/2014/main" id="{55F7EB04-857A-4F12-872F-A77DCE27EF46}"/>
              </a:ext>
            </a:extLst>
          </p:cNvPr>
          <p:cNvSpPr>
            <a:spLocks xmlns:a="http://schemas.openxmlformats.org/drawingml/2006/main" noGrp="1"/>
          </p:cNvSpPr>
          <p:nvPr/>
        </p:nvSpPr>
        <p:spPr>
          <a:xfrm xmlns:a="http://schemas.openxmlformats.org/drawingml/2006/main">
            <a:off x="609600" y="323850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7DE2BA"/>
                </a:solidFill>
                <a:latin typeface="DejaVu Sans"/>
                <a:ea typeface="DejaVu Sans"/>
                <a:cs typeface="DejaVu Sans"/>
              </a:defRPr>
            </a:defPPr>
            <a:lvl1pPr>
              <a:defRPr sz="2850" b="1">
                <a:solidFill>
                  <a:srgbClr val="7DE2BA"/>
                </a:solidFill>
                <a:latin typeface="DejaVu Sans"/>
                <a:ea typeface="DejaVu Sans"/>
                <a:cs typeface="DejaVu Sans"/>
              </a:defRPr>
            </a:lvl1pPr>
            <a:lvl2pPr>
              <a:defRPr sz="2850" b="1">
                <a:solidFill>
                  <a:srgbClr val="7DE2BA"/>
                </a:solidFill>
                <a:latin typeface="DejaVu Sans"/>
                <a:ea typeface="DejaVu Sans"/>
                <a:cs typeface="DejaVu Sans"/>
              </a:defRPr>
            </a:lvl2pPr>
            <a:lvl3pPr>
              <a:defRPr sz="2850" b="1">
                <a:solidFill>
                  <a:srgbClr val="7DE2BA"/>
                </a:solidFill>
                <a:latin typeface="DejaVu Sans"/>
                <a:ea typeface="DejaVu Sans"/>
                <a:cs typeface="DejaVu Sans"/>
              </a:defRPr>
            </a:lvl3pPr>
            <a:lvl4pPr>
              <a:defRPr sz="2850" b="1">
                <a:solidFill>
                  <a:srgbClr val="7DE2BA"/>
                </a:solidFill>
                <a:latin typeface="DejaVu Sans"/>
                <a:ea typeface="DejaVu Sans"/>
                <a:cs typeface="DejaVu Sans"/>
              </a:defRPr>
            </a:lvl4pPr>
            <a:lvl5pPr>
              <a:defRPr sz="2850" b="1">
                <a:solidFill>
                  <a:srgbClr val="7DE2BA"/>
                </a:solidFill>
                <a:latin typeface="DejaVu Sans"/>
                <a:ea typeface="DejaVu Sans"/>
                <a:cs typeface="DejaVu Sans"/>
              </a:defRPr>
            </a:lvl5pPr>
            <a:lvl6pPr>
              <a:defRPr sz="2850" b="1">
                <a:solidFill>
                  <a:srgbClr val="7DE2BA"/>
                </a:solidFill>
                <a:latin typeface="DejaVu Sans"/>
                <a:ea typeface="DejaVu Sans"/>
                <a:cs typeface="DejaVu Sans"/>
              </a:defRPr>
            </a:lvl6pPr>
            <a:lvl7pPr>
              <a:defRPr sz="2850" b="1">
                <a:solidFill>
                  <a:srgbClr val="7DE2BA"/>
                </a:solidFill>
                <a:latin typeface="DejaVu Sans"/>
                <a:ea typeface="DejaVu Sans"/>
                <a:cs typeface="DejaVu Sans"/>
              </a:defRPr>
            </a:lvl7pPr>
            <a:lvl8pPr>
              <a:defRPr sz="2850" b="1">
                <a:solidFill>
                  <a:srgbClr val="7DE2BA"/>
                </a:solidFill>
                <a:latin typeface="DejaVu Sans"/>
                <a:ea typeface="DejaVu Sans"/>
                <a:cs typeface="DejaVu Sans"/>
              </a:defRPr>
            </a:lvl8pPr>
            <a:lvl9pPr>
              <a:defRPr sz="2850" b="1">
                <a:solidFill>
                  <a:srgbClr val="7DE2BA"/>
                </a:solidFill>
                <a:latin typeface="DejaVu Sans"/>
                <a:ea typeface="DejaVu Sans"/>
                <a:cs typeface="DejaVu Sans"/>
              </a:defRPr>
            </a:lvl9pPr>
          </a:lstStyle>
          <a:p xmlns:a="http://schemas.openxmlformats.org/drawingml/2006/main">
            <a:pPr>
              <a:defRPr sz="2850" b="1">
                <a:solidFill>
                  <a:srgbClr val="7DE2BA"/>
                </a:solidFill>
                <a:latin typeface="DejaVu Sans"/>
                <a:ea typeface="DejaVu Sans"/>
                <a:cs typeface="DejaVu Sans"/>
              </a:defRPr>
            </a:pPr>
            <a:r>
              <a:rPr sz="2850" b="1">
                <a:solidFill>
                  <a:srgbClr val="7DE2BA"/>
                </a:solidFill>
                <a:latin typeface="DejaVu Sans"/>
                <a:ea typeface="DejaVu Sans"/>
                <a:cs typeface="DejaVu Sans"/>
              </a:rPr>
              <a:t>02</a:t>
            </a:r>
          </a:p>
        </p:txBody>
      </p:sp>
      <p:sp>
        <p:nvSpPr>
          <p:cNvPr id="9" name="text-8">
            <a:extLst xmlns:a="http://schemas.openxmlformats.org/drawingml/2006/main">
              <a:ext uri="{FF2B5EF4-FFF2-40B4-BE49-F238E27FC236}">
                <a16:creationId xmlns:a16="http://schemas.microsoft.com/office/drawing/2014/main" id="{D9141280-A8FF-4F0E-96E2-4FF16D4E3D31}"/>
              </a:ext>
            </a:extLst>
          </p:cNvPr>
          <p:cNvSpPr>
            <a:spLocks xmlns:a="http://schemas.openxmlformats.org/drawingml/2006/main" noGrp="1"/>
          </p:cNvSpPr>
          <p:nvPr/>
        </p:nvSpPr>
        <p:spPr>
          <a:xfrm xmlns:a="http://schemas.openxmlformats.org/drawingml/2006/main">
            <a:off x="1466850" y="323850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DejaVu Sans"/>
                <a:ea typeface="DejaVu Sans"/>
                <a:cs typeface="DejaVu Sans"/>
              </a:defRPr>
            </a:defPPr>
            <a:lvl1pPr>
              <a:defRPr sz="2100" b="1">
                <a:solidFill>
                  <a:srgbClr val="FFFFFF"/>
                </a:solidFill>
                <a:latin typeface="DejaVu Sans"/>
                <a:ea typeface="DejaVu Sans"/>
                <a:cs typeface="DejaVu Sans"/>
              </a:defRPr>
            </a:lvl1pPr>
            <a:lvl2pPr>
              <a:defRPr sz="2100" b="1">
                <a:solidFill>
                  <a:srgbClr val="FFFFFF"/>
                </a:solidFill>
                <a:latin typeface="DejaVu Sans"/>
                <a:ea typeface="DejaVu Sans"/>
                <a:cs typeface="DejaVu Sans"/>
              </a:defRPr>
            </a:lvl2pPr>
            <a:lvl3pPr>
              <a:defRPr sz="2100" b="1">
                <a:solidFill>
                  <a:srgbClr val="FFFFFF"/>
                </a:solidFill>
                <a:latin typeface="DejaVu Sans"/>
                <a:ea typeface="DejaVu Sans"/>
                <a:cs typeface="DejaVu Sans"/>
              </a:defRPr>
            </a:lvl3pPr>
            <a:lvl4pPr>
              <a:defRPr sz="2100" b="1">
                <a:solidFill>
                  <a:srgbClr val="FFFFFF"/>
                </a:solidFill>
                <a:latin typeface="DejaVu Sans"/>
                <a:ea typeface="DejaVu Sans"/>
                <a:cs typeface="DejaVu Sans"/>
              </a:defRPr>
            </a:lvl4pPr>
            <a:lvl5pPr>
              <a:defRPr sz="2100" b="1">
                <a:solidFill>
                  <a:srgbClr val="FFFFFF"/>
                </a:solidFill>
                <a:latin typeface="DejaVu Sans"/>
                <a:ea typeface="DejaVu Sans"/>
                <a:cs typeface="DejaVu Sans"/>
              </a:defRPr>
            </a:lvl5pPr>
            <a:lvl6pPr>
              <a:defRPr sz="2100" b="1">
                <a:solidFill>
                  <a:srgbClr val="FFFFFF"/>
                </a:solidFill>
                <a:latin typeface="DejaVu Sans"/>
                <a:ea typeface="DejaVu Sans"/>
                <a:cs typeface="DejaVu Sans"/>
              </a:defRPr>
            </a:lvl6pPr>
            <a:lvl7pPr>
              <a:defRPr sz="2100" b="1">
                <a:solidFill>
                  <a:srgbClr val="FFFFFF"/>
                </a:solidFill>
                <a:latin typeface="DejaVu Sans"/>
                <a:ea typeface="DejaVu Sans"/>
                <a:cs typeface="DejaVu Sans"/>
              </a:defRPr>
            </a:lvl7pPr>
            <a:lvl8pPr>
              <a:defRPr sz="2100" b="1">
                <a:solidFill>
                  <a:srgbClr val="FFFFFF"/>
                </a:solidFill>
                <a:latin typeface="DejaVu Sans"/>
                <a:ea typeface="DejaVu Sans"/>
                <a:cs typeface="DejaVu Sans"/>
              </a:defRPr>
            </a:lvl8pPr>
            <a:lvl9pPr>
              <a:defRPr sz="2100" b="1">
                <a:solidFill>
                  <a:srgbClr val="FFFFFF"/>
                </a:solidFill>
                <a:latin typeface="DejaVu Sans"/>
                <a:ea typeface="DejaVu Sans"/>
                <a:cs typeface="DejaVu Sans"/>
              </a:defRPr>
            </a:lvl9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Daftar berubah</a:t>
            </a:r>
          </a:p>
        </p:txBody>
      </p:sp>
      <p:sp>
        <p:nvSpPr>
          <p:cNvPr id="10" name="text-9">
            <a:extLst xmlns:a="http://schemas.openxmlformats.org/drawingml/2006/main">
              <a:ext uri="{FF2B5EF4-FFF2-40B4-BE49-F238E27FC236}">
                <a16:creationId xmlns:a16="http://schemas.microsoft.com/office/drawing/2014/main" id="{2A0ACA14-D086-4E47-A42D-D50D06C15FEA}"/>
              </a:ext>
            </a:extLst>
          </p:cNvPr>
          <p:cNvSpPr>
            <a:spLocks xmlns:a="http://schemas.openxmlformats.org/drawingml/2006/main" noGrp="1"/>
          </p:cNvSpPr>
          <p:nvPr/>
        </p:nvSpPr>
        <p:spPr>
          <a:xfrm xmlns:a="http://schemas.openxmlformats.org/drawingml/2006/main">
            <a:off x="1466850" y="3629025"/>
            <a:ext cx="5905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DCDD3"/>
                </a:solidFill>
                <a:latin typeface="DejaVu Sans"/>
                <a:ea typeface="DejaVu Sans"/>
                <a:cs typeface="DejaVu Sans"/>
              </a:defRPr>
            </a:defPPr>
            <a:lvl1pPr>
              <a:defRPr sz="1800" b="0">
                <a:solidFill>
                  <a:srgbClr val="BDCDD3"/>
                </a:solidFill>
                <a:latin typeface="DejaVu Sans"/>
                <a:ea typeface="DejaVu Sans"/>
                <a:cs typeface="DejaVu Sans"/>
              </a:defRPr>
            </a:lvl1pPr>
            <a:lvl2pPr>
              <a:defRPr sz="1800" b="0">
                <a:solidFill>
                  <a:srgbClr val="BDCDD3"/>
                </a:solidFill>
                <a:latin typeface="DejaVu Sans"/>
                <a:ea typeface="DejaVu Sans"/>
                <a:cs typeface="DejaVu Sans"/>
              </a:defRPr>
            </a:lvl2pPr>
            <a:lvl3pPr>
              <a:defRPr sz="1800" b="0">
                <a:solidFill>
                  <a:srgbClr val="BDCDD3"/>
                </a:solidFill>
                <a:latin typeface="DejaVu Sans"/>
                <a:ea typeface="DejaVu Sans"/>
                <a:cs typeface="DejaVu Sans"/>
              </a:defRPr>
            </a:lvl3pPr>
            <a:lvl4pPr>
              <a:defRPr sz="1800" b="0">
                <a:solidFill>
                  <a:srgbClr val="BDCDD3"/>
                </a:solidFill>
                <a:latin typeface="DejaVu Sans"/>
                <a:ea typeface="DejaVu Sans"/>
                <a:cs typeface="DejaVu Sans"/>
              </a:defRPr>
            </a:lvl4pPr>
            <a:lvl5pPr>
              <a:defRPr sz="1800" b="0">
                <a:solidFill>
                  <a:srgbClr val="BDCDD3"/>
                </a:solidFill>
                <a:latin typeface="DejaVu Sans"/>
                <a:ea typeface="DejaVu Sans"/>
                <a:cs typeface="DejaVu Sans"/>
              </a:defRPr>
            </a:lvl5pPr>
            <a:lvl6pPr>
              <a:defRPr sz="1800" b="0">
                <a:solidFill>
                  <a:srgbClr val="BDCDD3"/>
                </a:solidFill>
                <a:latin typeface="DejaVu Sans"/>
                <a:ea typeface="DejaVu Sans"/>
                <a:cs typeface="DejaVu Sans"/>
              </a:defRPr>
            </a:lvl6pPr>
            <a:lvl7pPr>
              <a:defRPr sz="1800" b="0">
                <a:solidFill>
                  <a:srgbClr val="BDCDD3"/>
                </a:solidFill>
                <a:latin typeface="DejaVu Sans"/>
                <a:ea typeface="DejaVu Sans"/>
                <a:cs typeface="DejaVu Sans"/>
              </a:defRPr>
            </a:lvl7pPr>
            <a:lvl8pPr>
              <a:defRPr sz="1800" b="0">
                <a:solidFill>
                  <a:srgbClr val="BDCDD3"/>
                </a:solidFill>
                <a:latin typeface="DejaVu Sans"/>
                <a:ea typeface="DejaVu Sans"/>
                <a:cs typeface="DejaVu Sans"/>
              </a:defRPr>
            </a:lvl8pPr>
            <a:lvl9pPr>
              <a:defRPr sz="1800" b="0">
                <a:solidFill>
                  <a:srgbClr val="BDCDD3"/>
                </a:solidFill>
                <a:latin typeface="DejaVu Sans"/>
                <a:ea typeface="DejaVu Sans"/>
                <a:cs typeface="DejaVu Sans"/>
              </a:defRPr>
            </a:lvl9pPr>
          </a:lstStyle>
          <a:p xmlns:a="http://schemas.openxmlformats.org/drawingml/2006/main">
            <a:pPr>
              <a:defRPr sz="1800" b="0">
                <a:solidFill>
                  <a:srgbClr val="BDCDD3"/>
                </a:solidFill>
                <a:latin typeface="DejaVu Sans"/>
                <a:ea typeface="DejaVu Sans"/>
                <a:cs typeface="DejaVu Sans"/>
              </a:defRPr>
            </a:pPr>
            <a:r>
              <a:rPr sz="1800" b="0">
                <a:solidFill>
                  <a:srgbClr val="BDCDD3"/>
                </a:solidFill>
                <a:latin typeface="DejaVu Sans"/>
                <a:ea typeface="DejaVu Sans"/>
                <a:cs typeface="DejaVu Sans"/>
              </a:rPr>
              <a:t>Listener membaca snapshot dan memperbarui ListView.</a:t>
            </a:r>
          </a:p>
        </p:txBody>
      </p:sp>
      <p:sp>
        <p:nvSpPr>
          <p:cNvPr id="11" name="text-10">
            <a:extLst xmlns:a="http://schemas.openxmlformats.org/drawingml/2006/main">
              <a:ext uri="{FF2B5EF4-FFF2-40B4-BE49-F238E27FC236}">
                <a16:creationId xmlns:a16="http://schemas.microsoft.com/office/drawing/2014/main" id="{0F6E3884-EFD6-4776-9C8C-AF6A0B846D5C}"/>
              </a:ext>
            </a:extLst>
          </p:cNvPr>
          <p:cNvSpPr>
            <a:spLocks xmlns:a="http://schemas.openxmlformats.org/drawingml/2006/main" noGrp="1"/>
          </p:cNvSpPr>
          <p:nvPr/>
        </p:nvSpPr>
        <p:spPr>
          <a:xfrm xmlns:a="http://schemas.openxmlformats.org/drawingml/2006/main">
            <a:off x="609600" y="4438650"/>
            <a:ext cx="647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1">
                <a:solidFill>
                  <a:srgbClr val="7DE2BA"/>
                </a:solidFill>
                <a:latin typeface="DejaVu Sans"/>
                <a:ea typeface="DejaVu Sans"/>
                <a:cs typeface="DejaVu Sans"/>
              </a:defRPr>
            </a:defPPr>
            <a:lvl1pPr>
              <a:defRPr sz="2850" b="1">
                <a:solidFill>
                  <a:srgbClr val="7DE2BA"/>
                </a:solidFill>
                <a:latin typeface="DejaVu Sans"/>
                <a:ea typeface="DejaVu Sans"/>
                <a:cs typeface="DejaVu Sans"/>
              </a:defRPr>
            </a:lvl1pPr>
            <a:lvl2pPr>
              <a:defRPr sz="2850" b="1">
                <a:solidFill>
                  <a:srgbClr val="7DE2BA"/>
                </a:solidFill>
                <a:latin typeface="DejaVu Sans"/>
                <a:ea typeface="DejaVu Sans"/>
                <a:cs typeface="DejaVu Sans"/>
              </a:defRPr>
            </a:lvl2pPr>
            <a:lvl3pPr>
              <a:defRPr sz="2850" b="1">
                <a:solidFill>
                  <a:srgbClr val="7DE2BA"/>
                </a:solidFill>
                <a:latin typeface="DejaVu Sans"/>
                <a:ea typeface="DejaVu Sans"/>
                <a:cs typeface="DejaVu Sans"/>
              </a:defRPr>
            </a:lvl3pPr>
            <a:lvl4pPr>
              <a:defRPr sz="2850" b="1">
                <a:solidFill>
                  <a:srgbClr val="7DE2BA"/>
                </a:solidFill>
                <a:latin typeface="DejaVu Sans"/>
                <a:ea typeface="DejaVu Sans"/>
                <a:cs typeface="DejaVu Sans"/>
              </a:defRPr>
            </a:lvl4pPr>
            <a:lvl5pPr>
              <a:defRPr sz="2850" b="1">
                <a:solidFill>
                  <a:srgbClr val="7DE2BA"/>
                </a:solidFill>
                <a:latin typeface="DejaVu Sans"/>
                <a:ea typeface="DejaVu Sans"/>
                <a:cs typeface="DejaVu Sans"/>
              </a:defRPr>
            </a:lvl5pPr>
            <a:lvl6pPr>
              <a:defRPr sz="2850" b="1">
                <a:solidFill>
                  <a:srgbClr val="7DE2BA"/>
                </a:solidFill>
                <a:latin typeface="DejaVu Sans"/>
                <a:ea typeface="DejaVu Sans"/>
                <a:cs typeface="DejaVu Sans"/>
              </a:defRPr>
            </a:lvl6pPr>
            <a:lvl7pPr>
              <a:defRPr sz="2850" b="1">
                <a:solidFill>
                  <a:srgbClr val="7DE2BA"/>
                </a:solidFill>
                <a:latin typeface="DejaVu Sans"/>
                <a:ea typeface="DejaVu Sans"/>
                <a:cs typeface="DejaVu Sans"/>
              </a:defRPr>
            </a:lvl7pPr>
            <a:lvl8pPr>
              <a:defRPr sz="2850" b="1">
                <a:solidFill>
                  <a:srgbClr val="7DE2BA"/>
                </a:solidFill>
                <a:latin typeface="DejaVu Sans"/>
                <a:ea typeface="DejaVu Sans"/>
                <a:cs typeface="DejaVu Sans"/>
              </a:defRPr>
            </a:lvl8pPr>
            <a:lvl9pPr>
              <a:defRPr sz="2850" b="1">
                <a:solidFill>
                  <a:srgbClr val="7DE2BA"/>
                </a:solidFill>
                <a:latin typeface="DejaVu Sans"/>
                <a:ea typeface="DejaVu Sans"/>
                <a:cs typeface="DejaVu Sans"/>
              </a:defRPr>
            </a:lvl9pPr>
          </a:lstStyle>
          <a:p xmlns:a="http://schemas.openxmlformats.org/drawingml/2006/main">
            <a:pPr>
              <a:defRPr sz="2850" b="1">
                <a:solidFill>
                  <a:srgbClr val="7DE2BA"/>
                </a:solidFill>
                <a:latin typeface="DejaVu Sans"/>
                <a:ea typeface="DejaVu Sans"/>
                <a:cs typeface="DejaVu Sans"/>
              </a:defRPr>
            </a:pPr>
            <a:r>
              <a:rPr sz="2850" b="1">
                <a:solidFill>
                  <a:srgbClr val="7DE2BA"/>
                </a:solidFill>
                <a:latin typeface="DejaVu Sans"/>
                <a:ea typeface="DejaVu Sans"/>
                <a:cs typeface="DejaVu Sans"/>
              </a:rPr>
              <a:t>03</a:t>
            </a:r>
          </a:p>
        </p:txBody>
      </p:sp>
      <p:sp>
        <p:nvSpPr>
          <p:cNvPr id="12" name="text-11">
            <a:extLst xmlns:a="http://schemas.openxmlformats.org/drawingml/2006/main">
              <a:ext uri="{FF2B5EF4-FFF2-40B4-BE49-F238E27FC236}">
                <a16:creationId xmlns:a16="http://schemas.microsoft.com/office/drawing/2014/main" id="{A614E7A3-B5D5-4BAE-9F18-F4F236C69303}"/>
              </a:ext>
            </a:extLst>
          </p:cNvPr>
          <p:cNvSpPr>
            <a:spLocks xmlns:a="http://schemas.openxmlformats.org/drawingml/2006/main" noGrp="1"/>
          </p:cNvSpPr>
          <p:nvPr/>
        </p:nvSpPr>
        <p:spPr>
          <a:xfrm xmlns:a="http://schemas.openxmlformats.org/drawingml/2006/main">
            <a:off x="1466850" y="4438650"/>
            <a:ext cx="590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DejaVu Sans"/>
                <a:ea typeface="DejaVu Sans"/>
                <a:cs typeface="DejaVu Sans"/>
              </a:defRPr>
            </a:defPPr>
            <a:lvl1pPr>
              <a:defRPr sz="2100" b="1">
                <a:solidFill>
                  <a:srgbClr val="FFFFFF"/>
                </a:solidFill>
                <a:latin typeface="DejaVu Sans"/>
                <a:ea typeface="DejaVu Sans"/>
                <a:cs typeface="DejaVu Sans"/>
              </a:defRPr>
            </a:lvl1pPr>
            <a:lvl2pPr>
              <a:defRPr sz="2100" b="1">
                <a:solidFill>
                  <a:srgbClr val="FFFFFF"/>
                </a:solidFill>
                <a:latin typeface="DejaVu Sans"/>
                <a:ea typeface="DejaVu Sans"/>
                <a:cs typeface="DejaVu Sans"/>
              </a:defRPr>
            </a:lvl2pPr>
            <a:lvl3pPr>
              <a:defRPr sz="2100" b="1">
                <a:solidFill>
                  <a:srgbClr val="FFFFFF"/>
                </a:solidFill>
                <a:latin typeface="DejaVu Sans"/>
                <a:ea typeface="DejaVu Sans"/>
                <a:cs typeface="DejaVu Sans"/>
              </a:defRPr>
            </a:lvl3pPr>
            <a:lvl4pPr>
              <a:defRPr sz="2100" b="1">
                <a:solidFill>
                  <a:srgbClr val="FFFFFF"/>
                </a:solidFill>
                <a:latin typeface="DejaVu Sans"/>
                <a:ea typeface="DejaVu Sans"/>
                <a:cs typeface="DejaVu Sans"/>
              </a:defRPr>
            </a:lvl4pPr>
            <a:lvl5pPr>
              <a:defRPr sz="2100" b="1">
                <a:solidFill>
                  <a:srgbClr val="FFFFFF"/>
                </a:solidFill>
                <a:latin typeface="DejaVu Sans"/>
                <a:ea typeface="DejaVu Sans"/>
                <a:cs typeface="DejaVu Sans"/>
              </a:defRPr>
            </a:lvl5pPr>
            <a:lvl6pPr>
              <a:defRPr sz="2100" b="1">
                <a:solidFill>
                  <a:srgbClr val="FFFFFF"/>
                </a:solidFill>
                <a:latin typeface="DejaVu Sans"/>
                <a:ea typeface="DejaVu Sans"/>
                <a:cs typeface="DejaVu Sans"/>
              </a:defRPr>
            </a:lvl6pPr>
            <a:lvl7pPr>
              <a:defRPr sz="2100" b="1">
                <a:solidFill>
                  <a:srgbClr val="FFFFFF"/>
                </a:solidFill>
                <a:latin typeface="DejaVu Sans"/>
                <a:ea typeface="DejaVu Sans"/>
                <a:cs typeface="DejaVu Sans"/>
              </a:defRPr>
            </a:lvl7pPr>
            <a:lvl8pPr>
              <a:defRPr sz="2100" b="1">
                <a:solidFill>
                  <a:srgbClr val="FFFFFF"/>
                </a:solidFill>
                <a:latin typeface="DejaVu Sans"/>
                <a:ea typeface="DejaVu Sans"/>
                <a:cs typeface="DejaVu Sans"/>
              </a:defRPr>
            </a:lvl8pPr>
            <a:lvl9pPr>
              <a:defRPr sz="2100" b="1">
                <a:solidFill>
                  <a:srgbClr val="FFFFFF"/>
                </a:solidFill>
                <a:latin typeface="DejaVu Sans"/>
                <a:ea typeface="DejaVu Sans"/>
                <a:cs typeface="DejaVu Sans"/>
              </a:defRPr>
            </a:lvl9pPr>
          </a:lstStyle>
          <a:p xmlns:a="http://schemas.openxmlformats.org/drawingml/2006/main">
            <a:pP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Edit atau hapus</a:t>
            </a:r>
          </a:p>
        </p:txBody>
      </p:sp>
      <p:sp>
        <p:nvSpPr>
          <p:cNvPr id="13" name="text-12">
            <a:extLst xmlns:a="http://schemas.openxmlformats.org/drawingml/2006/main">
              <a:ext uri="{FF2B5EF4-FFF2-40B4-BE49-F238E27FC236}">
                <a16:creationId xmlns:a16="http://schemas.microsoft.com/office/drawing/2014/main" id="{B13C5783-9696-430F-8CEC-26133E9755EF}"/>
              </a:ext>
            </a:extLst>
          </p:cNvPr>
          <p:cNvSpPr>
            <a:spLocks xmlns:a="http://schemas.openxmlformats.org/drawingml/2006/main" noGrp="1"/>
          </p:cNvSpPr>
          <p:nvPr/>
        </p:nvSpPr>
        <p:spPr>
          <a:xfrm xmlns:a="http://schemas.openxmlformats.org/drawingml/2006/main">
            <a:off x="1466850" y="4829175"/>
            <a:ext cx="5905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DCDD3"/>
                </a:solidFill>
                <a:latin typeface="DejaVu Sans"/>
                <a:ea typeface="DejaVu Sans"/>
                <a:cs typeface="DejaVu Sans"/>
              </a:defRPr>
            </a:defPPr>
            <a:lvl1pPr>
              <a:defRPr sz="1800" b="0">
                <a:solidFill>
                  <a:srgbClr val="BDCDD3"/>
                </a:solidFill>
                <a:latin typeface="DejaVu Sans"/>
                <a:ea typeface="DejaVu Sans"/>
                <a:cs typeface="DejaVu Sans"/>
              </a:defRPr>
            </a:lvl1pPr>
            <a:lvl2pPr>
              <a:defRPr sz="1800" b="0">
                <a:solidFill>
                  <a:srgbClr val="BDCDD3"/>
                </a:solidFill>
                <a:latin typeface="DejaVu Sans"/>
                <a:ea typeface="DejaVu Sans"/>
                <a:cs typeface="DejaVu Sans"/>
              </a:defRPr>
            </a:lvl2pPr>
            <a:lvl3pPr>
              <a:defRPr sz="1800" b="0">
                <a:solidFill>
                  <a:srgbClr val="BDCDD3"/>
                </a:solidFill>
                <a:latin typeface="DejaVu Sans"/>
                <a:ea typeface="DejaVu Sans"/>
                <a:cs typeface="DejaVu Sans"/>
              </a:defRPr>
            </a:lvl3pPr>
            <a:lvl4pPr>
              <a:defRPr sz="1800" b="0">
                <a:solidFill>
                  <a:srgbClr val="BDCDD3"/>
                </a:solidFill>
                <a:latin typeface="DejaVu Sans"/>
                <a:ea typeface="DejaVu Sans"/>
                <a:cs typeface="DejaVu Sans"/>
              </a:defRPr>
            </a:lvl4pPr>
            <a:lvl5pPr>
              <a:defRPr sz="1800" b="0">
                <a:solidFill>
                  <a:srgbClr val="BDCDD3"/>
                </a:solidFill>
                <a:latin typeface="DejaVu Sans"/>
                <a:ea typeface="DejaVu Sans"/>
                <a:cs typeface="DejaVu Sans"/>
              </a:defRPr>
            </a:lvl5pPr>
            <a:lvl6pPr>
              <a:defRPr sz="1800" b="0">
                <a:solidFill>
                  <a:srgbClr val="BDCDD3"/>
                </a:solidFill>
                <a:latin typeface="DejaVu Sans"/>
                <a:ea typeface="DejaVu Sans"/>
                <a:cs typeface="DejaVu Sans"/>
              </a:defRPr>
            </a:lvl6pPr>
            <a:lvl7pPr>
              <a:defRPr sz="1800" b="0">
                <a:solidFill>
                  <a:srgbClr val="BDCDD3"/>
                </a:solidFill>
                <a:latin typeface="DejaVu Sans"/>
                <a:ea typeface="DejaVu Sans"/>
                <a:cs typeface="DejaVu Sans"/>
              </a:defRPr>
            </a:lvl7pPr>
            <a:lvl8pPr>
              <a:defRPr sz="1800" b="0">
                <a:solidFill>
                  <a:srgbClr val="BDCDD3"/>
                </a:solidFill>
                <a:latin typeface="DejaVu Sans"/>
                <a:ea typeface="DejaVu Sans"/>
                <a:cs typeface="DejaVu Sans"/>
              </a:defRPr>
            </a:lvl8pPr>
            <a:lvl9pPr>
              <a:defRPr sz="1800" b="0">
                <a:solidFill>
                  <a:srgbClr val="BDCDD3"/>
                </a:solidFill>
                <a:latin typeface="DejaVu Sans"/>
                <a:ea typeface="DejaVu Sans"/>
                <a:cs typeface="DejaVu Sans"/>
              </a:defRPr>
            </a:lvl9pPr>
          </a:lstStyle>
          <a:p xmlns:a="http://schemas.openxmlformats.org/drawingml/2006/main">
            <a:pPr>
              <a:defRPr sz="1800" b="0">
                <a:solidFill>
                  <a:srgbClr val="BDCDD3"/>
                </a:solidFill>
                <a:latin typeface="DejaVu Sans"/>
                <a:ea typeface="DejaVu Sans"/>
                <a:cs typeface="DejaVu Sans"/>
              </a:defRPr>
            </a:pPr>
            <a:r>
              <a:rPr sz="1800" b="0">
                <a:solidFill>
                  <a:srgbClr val="BDCDD3"/>
                </a:solidFill>
                <a:latin typeface="DejaVu Sans"/>
                <a:ea typeface="DejaVu Sans"/>
                <a:cs typeface="DejaVu Sans"/>
              </a:rPr>
              <a:t>Klik item membuka dialog dengan ID agenda yang dipilih.</a:t>
            </a:r>
          </a:p>
        </p:txBody>
      </p:sp>
      <p:sp>
        <p:nvSpPr>
          <p:cNvPr id="14" name="text-13">
            <a:extLst xmlns:a="http://schemas.openxmlformats.org/drawingml/2006/main">
              <a:ext uri="{FF2B5EF4-FFF2-40B4-BE49-F238E27FC236}">
                <a16:creationId xmlns:a16="http://schemas.microsoft.com/office/drawing/2014/main" id="{9A6A37DD-F79C-45F1-9C8F-84937D5AFFAD}"/>
              </a:ext>
            </a:extLst>
          </p:cNvPr>
          <p:cNvSpPr>
            <a:spLocks xmlns:a="http://schemas.openxmlformats.org/drawingml/2006/main" noGrp="1"/>
          </p:cNvSpPr>
          <p:nvPr/>
        </p:nvSpPr>
        <p:spPr>
          <a:xfrm xmlns:a="http://schemas.openxmlformats.org/drawingml/2006/main">
            <a:off x="8153400" y="2114550"/>
            <a:ext cx="342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7DE2BA"/>
                </a:solidFill>
                <a:latin typeface="DejaVu Sans"/>
                <a:ea typeface="DejaVu Sans"/>
                <a:cs typeface="DejaVu Sans"/>
              </a:defRPr>
            </a:defPPr>
            <a:lvl1pPr>
              <a:defRPr sz="2475" b="1">
                <a:solidFill>
                  <a:srgbClr val="7DE2BA"/>
                </a:solidFill>
                <a:latin typeface="DejaVu Sans"/>
                <a:ea typeface="DejaVu Sans"/>
                <a:cs typeface="DejaVu Sans"/>
              </a:defRPr>
            </a:lvl1pPr>
            <a:lvl2pPr>
              <a:defRPr sz="2475" b="1">
                <a:solidFill>
                  <a:srgbClr val="7DE2BA"/>
                </a:solidFill>
                <a:latin typeface="DejaVu Sans"/>
                <a:ea typeface="DejaVu Sans"/>
                <a:cs typeface="DejaVu Sans"/>
              </a:defRPr>
            </a:lvl2pPr>
            <a:lvl3pPr>
              <a:defRPr sz="2475" b="1">
                <a:solidFill>
                  <a:srgbClr val="7DE2BA"/>
                </a:solidFill>
                <a:latin typeface="DejaVu Sans"/>
                <a:ea typeface="DejaVu Sans"/>
                <a:cs typeface="DejaVu Sans"/>
              </a:defRPr>
            </a:lvl3pPr>
            <a:lvl4pPr>
              <a:defRPr sz="2475" b="1">
                <a:solidFill>
                  <a:srgbClr val="7DE2BA"/>
                </a:solidFill>
                <a:latin typeface="DejaVu Sans"/>
                <a:ea typeface="DejaVu Sans"/>
                <a:cs typeface="DejaVu Sans"/>
              </a:defRPr>
            </a:lvl4pPr>
            <a:lvl5pPr>
              <a:defRPr sz="2475" b="1">
                <a:solidFill>
                  <a:srgbClr val="7DE2BA"/>
                </a:solidFill>
                <a:latin typeface="DejaVu Sans"/>
                <a:ea typeface="DejaVu Sans"/>
                <a:cs typeface="DejaVu Sans"/>
              </a:defRPr>
            </a:lvl5pPr>
            <a:lvl6pPr>
              <a:defRPr sz="2475" b="1">
                <a:solidFill>
                  <a:srgbClr val="7DE2BA"/>
                </a:solidFill>
                <a:latin typeface="DejaVu Sans"/>
                <a:ea typeface="DejaVu Sans"/>
                <a:cs typeface="DejaVu Sans"/>
              </a:defRPr>
            </a:lvl6pPr>
            <a:lvl7pPr>
              <a:defRPr sz="2475" b="1">
                <a:solidFill>
                  <a:srgbClr val="7DE2BA"/>
                </a:solidFill>
                <a:latin typeface="DejaVu Sans"/>
                <a:ea typeface="DejaVu Sans"/>
                <a:cs typeface="DejaVu Sans"/>
              </a:defRPr>
            </a:lvl7pPr>
            <a:lvl8pPr>
              <a:defRPr sz="2475" b="1">
                <a:solidFill>
                  <a:srgbClr val="7DE2BA"/>
                </a:solidFill>
                <a:latin typeface="DejaVu Sans"/>
                <a:ea typeface="DejaVu Sans"/>
                <a:cs typeface="DejaVu Sans"/>
              </a:defRPr>
            </a:lvl8pPr>
            <a:lvl9pPr>
              <a:defRPr sz="2475" b="1">
                <a:solidFill>
                  <a:srgbClr val="7DE2BA"/>
                </a:solidFill>
                <a:latin typeface="DejaVu Sans"/>
                <a:ea typeface="DejaVu Sans"/>
                <a:cs typeface="DejaVu Sans"/>
              </a:defRPr>
            </a:lvl9pPr>
          </a:lstStyle>
          <a:p xmlns:a="http://schemas.openxmlformats.org/drawingml/2006/main">
            <a:pPr>
              <a:defRPr sz="2475" b="1">
                <a:solidFill>
                  <a:srgbClr val="7DE2BA"/>
                </a:solidFill>
                <a:latin typeface="DejaVu Sans"/>
                <a:ea typeface="DejaVu Sans"/>
                <a:cs typeface="DejaVu Sans"/>
              </a:defRPr>
            </a:pPr>
            <a:r>
              <a:rPr sz="2475" b="1">
                <a:solidFill>
                  <a:srgbClr val="7DE2BA"/>
                </a:solidFill>
                <a:latin typeface="DejaVu Sans"/>
                <a:ea typeface="DejaVu Sans"/>
                <a:cs typeface="DejaVu Sans"/>
              </a:rPr>
              <a:t>Aturan akses</a:t>
            </a:r>
          </a:p>
        </p:txBody>
      </p:sp>
      <p:sp>
        <p:nvSpPr>
          <p:cNvPr id="15" name="text-14">
            <a:extLst xmlns:a="http://schemas.openxmlformats.org/drawingml/2006/main">
              <a:ext uri="{FF2B5EF4-FFF2-40B4-BE49-F238E27FC236}">
                <a16:creationId xmlns:a16="http://schemas.microsoft.com/office/drawing/2014/main" id="{C41334B6-B78C-4F97-8ED5-B730C44B4E19}"/>
              </a:ext>
            </a:extLst>
          </p:cNvPr>
          <p:cNvSpPr>
            <a:spLocks xmlns:a="http://schemas.openxmlformats.org/drawingml/2006/main" noGrp="1"/>
          </p:cNvSpPr>
          <p:nvPr/>
        </p:nvSpPr>
        <p:spPr>
          <a:xfrm xmlns:a="http://schemas.openxmlformats.org/drawingml/2006/main">
            <a:off x="8153400" y="2581275"/>
            <a:ext cx="342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FFFFFF"/>
                </a:solidFill>
                <a:latin typeface="DejaVu Sans"/>
                <a:ea typeface="DejaVu Sans"/>
                <a:cs typeface="DejaVu Sans"/>
              </a:defRPr>
            </a:defPPr>
            <a:lvl1pPr>
              <a:defRPr sz="1875" b="0">
                <a:solidFill>
                  <a:srgbClr val="FFFFFF"/>
                </a:solidFill>
                <a:latin typeface="DejaVu Sans"/>
                <a:ea typeface="DejaVu Sans"/>
                <a:cs typeface="DejaVu Sans"/>
              </a:defRPr>
            </a:lvl1pPr>
            <a:lvl2pPr>
              <a:defRPr sz="1875" b="0">
                <a:solidFill>
                  <a:srgbClr val="FFFFFF"/>
                </a:solidFill>
                <a:latin typeface="DejaVu Sans"/>
                <a:ea typeface="DejaVu Sans"/>
                <a:cs typeface="DejaVu Sans"/>
              </a:defRPr>
            </a:lvl2pPr>
            <a:lvl3pPr>
              <a:defRPr sz="1875" b="0">
                <a:solidFill>
                  <a:srgbClr val="FFFFFF"/>
                </a:solidFill>
                <a:latin typeface="DejaVu Sans"/>
                <a:ea typeface="DejaVu Sans"/>
                <a:cs typeface="DejaVu Sans"/>
              </a:defRPr>
            </a:lvl3pPr>
            <a:lvl4pPr>
              <a:defRPr sz="1875" b="0">
                <a:solidFill>
                  <a:srgbClr val="FFFFFF"/>
                </a:solidFill>
                <a:latin typeface="DejaVu Sans"/>
                <a:ea typeface="DejaVu Sans"/>
                <a:cs typeface="DejaVu Sans"/>
              </a:defRPr>
            </a:lvl4pPr>
            <a:lvl5pPr>
              <a:defRPr sz="1875" b="0">
                <a:solidFill>
                  <a:srgbClr val="FFFFFF"/>
                </a:solidFill>
                <a:latin typeface="DejaVu Sans"/>
                <a:ea typeface="DejaVu Sans"/>
                <a:cs typeface="DejaVu Sans"/>
              </a:defRPr>
            </a:lvl5pPr>
            <a:lvl6pPr>
              <a:defRPr sz="1875" b="0">
                <a:solidFill>
                  <a:srgbClr val="FFFFFF"/>
                </a:solidFill>
                <a:latin typeface="DejaVu Sans"/>
                <a:ea typeface="DejaVu Sans"/>
                <a:cs typeface="DejaVu Sans"/>
              </a:defRPr>
            </a:lvl6pPr>
            <a:lvl7pPr>
              <a:defRPr sz="1875" b="0">
                <a:solidFill>
                  <a:srgbClr val="FFFFFF"/>
                </a:solidFill>
                <a:latin typeface="DejaVu Sans"/>
                <a:ea typeface="DejaVu Sans"/>
                <a:cs typeface="DejaVu Sans"/>
              </a:defRPr>
            </a:lvl7pPr>
            <a:lvl8pPr>
              <a:defRPr sz="1875" b="0">
                <a:solidFill>
                  <a:srgbClr val="FFFFFF"/>
                </a:solidFill>
                <a:latin typeface="DejaVu Sans"/>
                <a:ea typeface="DejaVu Sans"/>
                <a:cs typeface="DejaVu Sans"/>
              </a:defRPr>
            </a:lvl8pPr>
            <a:lvl9pPr>
              <a:defRPr sz="1875" b="0">
                <a:solidFill>
                  <a:srgbClr val="FFFFFF"/>
                </a:solidFill>
                <a:latin typeface="DejaVu Sans"/>
                <a:ea typeface="DejaVu Sans"/>
                <a:cs typeface="DejaVu Sans"/>
              </a:defRPr>
            </a:lvl9pPr>
          </a:lstStyle>
          <a:p xmlns:a="http://schemas.openxmlformats.org/drawingml/2006/main">
            <a:pPr>
              <a:defRPr sz="1875" b="0">
                <a:solidFill>
                  <a:srgbClr val="FFFFFF"/>
                </a:solidFill>
                <a:latin typeface="DejaVu Sans"/>
                <a:ea typeface="DejaVu Sans"/>
                <a:cs typeface="DejaVu Sans"/>
              </a:defRPr>
            </a:pPr>
            <a:r>
              <a:rPr sz="1875" b="0">
                <a:solidFill>
                  <a:srgbClr val="FFFFFF"/>
                </a:solidFill>
                <a:latin typeface="DejaVu Sans"/>
                <a:ea typeface="DejaVu Sans"/>
                <a:cs typeface="DejaVu Sans"/>
              </a:rPr>
              <a:t>Modul mengingatkan bahwa read/write bernilai true membuka akses dan tidak aman.</a:t>
            </a:r>
          </a:p>
        </p:txBody>
      </p:sp>
      <p:sp>
        <p:nvSpPr>
          <p:cNvPr id="16" name="text-15">
            <a:extLst xmlns:a="http://schemas.openxmlformats.org/drawingml/2006/main">
              <a:ext uri="{FF2B5EF4-FFF2-40B4-BE49-F238E27FC236}">
                <a16:creationId xmlns:a16="http://schemas.microsoft.com/office/drawing/2014/main" id="{BFA6C94F-A61D-494B-BEF5-48E40FA5AB97}"/>
              </a:ext>
            </a:extLst>
          </p:cNvPr>
          <p:cNvSpPr>
            <a:spLocks xmlns:a="http://schemas.openxmlformats.org/drawingml/2006/main" noGrp="1"/>
          </p:cNvSpPr>
          <p:nvPr/>
        </p:nvSpPr>
        <p:spPr>
          <a:xfrm xmlns:a="http://schemas.openxmlformats.org/drawingml/2006/main">
            <a:off x="8153400" y="4724400"/>
            <a:ext cx="342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1">
                <a:solidFill>
                  <a:srgbClr val="7DE2BA"/>
                </a:solidFill>
                <a:latin typeface="DejaVu Sans"/>
                <a:ea typeface="DejaVu Sans"/>
                <a:cs typeface="DejaVu Sans"/>
              </a:defRPr>
            </a:defPPr>
            <a:lvl1pPr>
              <a:defRPr sz="1875" b="1">
                <a:solidFill>
                  <a:srgbClr val="7DE2BA"/>
                </a:solidFill>
                <a:latin typeface="DejaVu Sans"/>
                <a:ea typeface="DejaVu Sans"/>
                <a:cs typeface="DejaVu Sans"/>
              </a:defRPr>
            </a:lvl1pPr>
            <a:lvl2pPr>
              <a:defRPr sz="1875" b="1">
                <a:solidFill>
                  <a:srgbClr val="7DE2BA"/>
                </a:solidFill>
                <a:latin typeface="DejaVu Sans"/>
                <a:ea typeface="DejaVu Sans"/>
                <a:cs typeface="DejaVu Sans"/>
              </a:defRPr>
            </a:lvl2pPr>
            <a:lvl3pPr>
              <a:defRPr sz="1875" b="1">
                <a:solidFill>
                  <a:srgbClr val="7DE2BA"/>
                </a:solidFill>
                <a:latin typeface="DejaVu Sans"/>
                <a:ea typeface="DejaVu Sans"/>
                <a:cs typeface="DejaVu Sans"/>
              </a:defRPr>
            </a:lvl3pPr>
            <a:lvl4pPr>
              <a:defRPr sz="1875" b="1">
                <a:solidFill>
                  <a:srgbClr val="7DE2BA"/>
                </a:solidFill>
                <a:latin typeface="DejaVu Sans"/>
                <a:ea typeface="DejaVu Sans"/>
                <a:cs typeface="DejaVu Sans"/>
              </a:defRPr>
            </a:lvl4pPr>
            <a:lvl5pPr>
              <a:defRPr sz="1875" b="1">
                <a:solidFill>
                  <a:srgbClr val="7DE2BA"/>
                </a:solidFill>
                <a:latin typeface="DejaVu Sans"/>
                <a:ea typeface="DejaVu Sans"/>
                <a:cs typeface="DejaVu Sans"/>
              </a:defRPr>
            </a:lvl5pPr>
            <a:lvl6pPr>
              <a:defRPr sz="1875" b="1">
                <a:solidFill>
                  <a:srgbClr val="7DE2BA"/>
                </a:solidFill>
                <a:latin typeface="DejaVu Sans"/>
                <a:ea typeface="DejaVu Sans"/>
                <a:cs typeface="DejaVu Sans"/>
              </a:defRPr>
            </a:lvl6pPr>
            <a:lvl7pPr>
              <a:defRPr sz="1875" b="1">
                <a:solidFill>
                  <a:srgbClr val="7DE2BA"/>
                </a:solidFill>
                <a:latin typeface="DejaVu Sans"/>
                <a:ea typeface="DejaVu Sans"/>
                <a:cs typeface="DejaVu Sans"/>
              </a:defRPr>
            </a:lvl7pPr>
            <a:lvl8pPr>
              <a:defRPr sz="1875" b="1">
                <a:solidFill>
                  <a:srgbClr val="7DE2BA"/>
                </a:solidFill>
                <a:latin typeface="DejaVu Sans"/>
                <a:ea typeface="DejaVu Sans"/>
                <a:cs typeface="DejaVu Sans"/>
              </a:defRPr>
            </a:lvl8pPr>
            <a:lvl9pPr>
              <a:defRPr sz="1875" b="1">
                <a:solidFill>
                  <a:srgbClr val="7DE2BA"/>
                </a:solidFill>
                <a:latin typeface="DejaVu Sans"/>
                <a:ea typeface="DejaVu Sans"/>
                <a:cs typeface="DejaVu Sans"/>
              </a:defRPr>
            </a:lvl9pPr>
          </a:lstStyle>
          <a:p xmlns:a="http://schemas.openxmlformats.org/drawingml/2006/main">
            <a:pPr>
              <a:defRPr sz="1875" b="1">
                <a:solidFill>
                  <a:srgbClr val="7DE2BA"/>
                </a:solidFill>
                <a:latin typeface="DejaVu Sans"/>
                <a:ea typeface="DejaVu Sans"/>
                <a:cs typeface="DejaVu Sans"/>
              </a:defRPr>
            </a:pPr>
            <a:r>
              <a:rPr sz="1875" b="1">
                <a:solidFill>
                  <a:srgbClr val="7DE2BA"/>
                </a:solidFill>
                <a:latin typeface="DejaVu Sans"/>
                <a:ea typeface="DejaVu Sans"/>
                <a:cs typeface="DejaVu Sans"/>
              </a:rPr>
              <a:t>Autentikasi perlu disertai aturan otorisasi yang membatasi data sesuai hak pengguna.</a:t>
            </a:r>
          </a:p>
        </p:txBody>
      </p:sp>
    </p:spTree>
    <p:extLst>
      <p:ext uri="{BB962C8B-B14F-4D97-AF65-F5344CB8AC3E}">
        <p14:creationId xmlns:p14="http://schemas.microsoft.com/office/powerpoint/2010/main" val="816427685"/>
      </p:ext>
    </p:extLst>
  </p:cSld>
</p:sld>
</file>

<file path=ppt/slides/slide30.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0DA3F33-10F5-4306-AEB4-6E7877C1884F}"/>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ANALISIS LINTAS BAB</a:t>
            </a:r>
          </a:p>
        </p:txBody>
      </p:sp>
      <p:sp>
        <p:nvSpPr>
          <p:cNvPr id="2" name="slide-title">
            <a:extLst xmlns:a="http://schemas.openxmlformats.org/drawingml/2006/main">
              <a:ext uri="{FF2B5EF4-FFF2-40B4-BE49-F238E27FC236}">
                <a16:creationId xmlns:a16="http://schemas.microsoft.com/office/drawing/2014/main" id="{938F3BB9-C51E-4579-93BF-A426714406BF}"/>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Perbandingan tiga penyimpanan utama</a:t>
            </a:r>
          </a:p>
        </p:txBody>
      </p:sp>
      <p:sp>
        <p:nvSpPr>
          <p:cNvPr id="3" name="text-2">
            <a:extLst xmlns:a="http://schemas.openxmlformats.org/drawingml/2006/main">
              <a:ext uri="{FF2B5EF4-FFF2-40B4-BE49-F238E27FC236}">
                <a16:creationId xmlns:a16="http://schemas.microsoft.com/office/drawing/2014/main" id="{837EA64D-02E4-4660-9B15-9B6890E51057}"/>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Sintesis Bab 5 dan 6</a:t>
            </a:r>
          </a:p>
        </p:txBody>
      </p:sp>
      <p:sp>
        <p:nvSpPr>
          <p:cNvPr id="4" name="text-3">
            <a:extLst xmlns:a="http://schemas.openxmlformats.org/drawingml/2006/main">
              <a:ext uri="{FF2B5EF4-FFF2-40B4-BE49-F238E27FC236}">
                <a16:creationId xmlns:a16="http://schemas.microsoft.com/office/drawing/2014/main" id="{8F612F9D-9E49-452C-A5C1-954AACD7921F}"/>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30</a:t>
            </a:r>
          </a:p>
        </p:txBody>
      </p:sp>
      <p:graphicFrame>
        <p:nvGraphicFramePr>
          <p:cNvPr id="5" name="">
            <a:extLst xmlns:a="http://schemas.openxmlformats.org/drawingml/2006/main">
              <a:ext uri="{FF2B5EF4-FFF2-40B4-BE49-F238E27FC236}">
                <a16:creationId xmlns:a16="http://schemas.microsoft.com/office/drawing/2014/main" id="{C665DD24-A1C4-4C34-8594-4AF489047065}"/>
              </a:ext>
            </a:extLst>
          </p:cNvPr>
          <p:cNvGraphicFramePr/>
          <p:nvPr/>
        </p:nvGraphicFramePr>
        <p:xfrm>
          <a:off xmlns:a="http://schemas.openxmlformats.org/drawingml/2006/main" x="609600" y="1952625"/>
          <a:ext xmlns:a="http://schemas.openxmlformats.org/drawingml/2006/main" cx="10972800" cy="4057650"/>
        </p:xfrm>
        <a:graphic xmlns:a="http://schemas.openxmlformats.org/drawingml/2006/main">
          <a:graphicData uri="http://schemas.openxmlformats.org/drawingml/2006/table">
            <a:tbl>
              <a:tblPr/>
              <a:tblGrid>
                <a:gridCol w="2133600"/>
                <a:gridCol w="2819400"/>
                <a:gridCol w="2667000"/>
                <a:gridCol w="3352800"/>
              </a:tblGrid>
              <a:tr h="533400">
                <a:tc>
                  <a:txBody>
                    <a:bodyPr lIns="95250" tIns="95250" rIns="95250" bIns="95250">
                      <a:noAutofit/>
                    </a:bodyPr>
                    <a:lstStyle/>
                    <a:p>
                      <a:r>
                        <a:rPr sz="1650" b="1">
                          <a:solidFill>
                            <a:srgbClr val="FFFFFF"/>
                          </a:solidFill>
                          <a:latin typeface="DejaVu Sans"/>
                          <a:ea typeface="DejaVu Sans"/>
                          <a:cs typeface="DejaVu Sans"/>
                        </a:rPr>
                        <a:t>Aspek</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650" b="1">
                          <a:solidFill>
                            <a:srgbClr val="FFFFFF"/>
                          </a:solidFill>
                          <a:latin typeface="DejaVu Sans"/>
                          <a:ea typeface="DejaVu Sans"/>
                          <a:cs typeface="DejaVu Sans"/>
                        </a:rPr>
                        <a:t>SharedPreferences</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650" b="1">
                          <a:solidFill>
                            <a:srgbClr val="FFFFFF"/>
                          </a:solidFill>
                          <a:latin typeface="DejaVu Sans"/>
                          <a:ea typeface="DejaVu Sans"/>
                          <a:cs typeface="DejaVu Sans"/>
                        </a:rPr>
                        <a:t>SQLite</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650" b="1">
                          <a:solidFill>
                            <a:srgbClr val="FFFFFF"/>
                          </a:solidFill>
                          <a:latin typeface="DejaVu Sans"/>
                          <a:ea typeface="DejaVu Sans"/>
                          <a:cs typeface="DejaVu Sans"/>
                        </a:rPr>
                        <a:t>Firebase Realtime</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704850">
                <a:tc>
                  <a:txBody>
                    <a:bodyPr lIns="95250" tIns="95250" rIns="95250" bIns="95250">
                      <a:noAutofit/>
                    </a:bodyPr>
                    <a:lstStyle/>
                    <a:p>
                      <a:r>
                        <a:rPr sz="1650" b="1">
                          <a:solidFill>
                            <a:srgbClr val="102A38"/>
                          </a:solidFill>
                          <a:latin typeface="DejaVu Sans"/>
                          <a:ea typeface="DejaVu Sans"/>
                          <a:cs typeface="DejaVu Sans"/>
                        </a:rPr>
                        <a:t>Bentuk data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Key-value</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Tabel relasional</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Pohon JSON / NoSQL</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04850">
                <a:tc>
                  <a:txBody>
                    <a:bodyPr lIns="95250" tIns="95250" rIns="95250" bIns="95250">
                      <a:noAutofit/>
                    </a:bodyPr>
                    <a:lstStyle/>
                    <a:p>
                      <a:r>
                        <a:rPr sz="1650" b="1">
                          <a:solidFill>
                            <a:srgbClr val="102A38"/>
                          </a:solidFill>
                          <a:latin typeface="DejaVu Sans"/>
                          <a:ea typeface="DejaVu Sans"/>
                          <a:cs typeface="DejaVu Sans"/>
                        </a:rPr>
                        <a:t>Lokasi utama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Perangkat</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Perangkat</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Cloud</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704850">
                <a:tc>
                  <a:txBody>
                    <a:bodyPr lIns="95250" tIns="95250" rIns="95250" bIns="95250">
                      <a:noAutofit/>
                    </a:bodyPr>
                    <a:lstStyle/>
                    <a:p>
                      <a:r>
                        <a:rPr sz="1650" b="1">
                          <a:solidFill>
                            <a:srgbClr val="102A38"/>
                          </a:solidFill>
                          <a:latin typeface="DejaVu Sans"/>
                          <a:ea typeface="DejaVu Sans"/>
                          <a:cs typeface="DejaVu Sans"/>
                        </a:rPr>
                        <a:t>Kebutuhan utama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Nilai sederhana</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Data lokal terstruktur</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Data antar-client</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04850">
                <a:tc>
                  <a:txBody>
                    <a:bodyPr lIns="95250" tIns="95250" rIns="95250" bIns="95250">
                      <a:noAutofit/>
                    </a:bodyPr>
                    <a:lstStyle/>
                    <a:p>
                      <a:r>
                        <a:rPr sz="1650" b="1">
                          <a:solidFill>
                            <a:srgbClr val="102A38"/>
                          </a:solidFill>
                          <a:latin typeface="DejaVu Sans"/>
                          <a:ea typeface="DejaVu Sans"/>
                          <a:cs typeface="DejaVu Sans"/>
                        </a:rPr>
                        <a:t>Contoh modul</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Nama dan umur</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Biodata</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650" b="0">
                          <a:solidFill>
                            <a:srgbClr val="102A38"/>
                          </a:solidFill>
                          <a:latin typeface="DejaVu Sans"/>
                          <a:ea typeface="DejaVu Sans"/>
                          <a:cs typeface="DejaVu Sans"/>
                        </a:rPr>
                        <a:t>Agenda</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704850">
                <a:tc>
                  <a:txBody>
                    <a:bodyPr lIns="95250" tIns="95250" rIns="95250" bIns="95250">
                      <a:noAutofit/>
                    </a:bodyPr>
                    <a:lstStyle/>
                    <a:p>
                      <a:r>
                        <a:rPr sz="1650" b="1">
                          <a:solidFill>
                            <a:srgbClr val="102A38"/>
                          </a:solidFill>
                          <a:latin typeface="DejaVu Sans"/>
                          <a:ea typeface="DejaVu Sans"/>
                          <a:cs typeface="DejaVu Sans"/>
                        </a:rPr>
                        <a:t>Sinkronisasi</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Tidak otomatis</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Tidak otomatis</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650" b="0">
                          <a:solidFill>
                            <a:srgbClr val="102A38"/>
                          </a:solidFill>
                          <a:latin typeface="DejaVu Sans"/>
                          <a:ea typeface="DejaVu Sans"/>
                          <a:cs typeface="DejaVu Sans"/>
                        </a:rPr>
                        <a:t>Melalui layanan Firebase</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bl>
          </a:graphicData>
        </a:graphic>
      </p:graphicFrame>
    </p:spTree>
    <p:extLst>
      <p:ext uri="{BB962C8B-B14F-4D97-AF65-F5344CB8AC3E}">
        <p14:creationId xmlns:p14="http://schemas.microsoft.com/office/powerpoint/2010/main" val="1218940853"/>
      </p:ext>
    </p:extLst>
  </p:cSld>
</p:sld>
</file>

<file path=ppt/slides/slide31.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D31E3D01-0272-4ED6-BF6F-CDA37C8D3E55}"/>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SINTESIS PEMBELAJARAN</a:t>
            </a:r>
          </a:p>
        </p:txBody>
      </p:sp>
      <p:sp>
        <p:nvSpPr>
          <p:cNvPr id="2" name="slide-title">
            <a:extLst xmlns:a="http://schemas.openxmlformats.org/drawingml/2006/main">
              <a:ext uri="{FF2B5EF4-FFF2-40B4-BE49-F238E27FC236}">
                <a16:creationId xmlns:a16="http://schemas.microsoft.com/office/drawing/2014/main" id="{CFA44396-C82E-43F1-AA32-6DEFF40E97EE}"/>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Rancangan aplikasi agenda terpadu</a:t>
            </a:r>
          </a:p>
        </p:txBody>
      </p:sp>
      <p:sp>
        <p:nvSpPr>
          <p:cNvPr id="3" name="text-2">
            <a:extLst xmlns:a="http://schemas.openxmlformats.org/drawingml/2006/main">
              <a:ext uri="{FF2B5EF4-FFF2-40B4-BE49-F238E27FC236}">
                <a16:creationId xmlns:a16="http://schemas.microsoft.com/office/drawing/2014/main" id="{50C7FA1D-64EA-455D-8A7C-3977690B95C4}"/>
              </a:ext>
            </a:extLst>
          </p:cNvPr>
          <p:cNvSpPr>
            <a:spLocks xmlns:a="http://schemas.openxmlformats.org/drawingml/2006/main" noGrp="1"/>
          </p:cNvSpPr>
          <p:nvPr/>
        </p:nvSpPr>
        <p:spPr>
          <a:xfrm xmlns:a="http://schemas.openxmlformats.org/drawingml/2006/main">
            <a:off x="609600" y="14382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Contoh penggabungan konsep, bukan proyek tambahan dalam modul</a:t>
            </a:r>
          </a:p>
        </p:txBody>
      </p:sp>
      <p:sp>
        <p:nvSpPr>
          <p:cNvPr id="4" name="text-3">
            <a:extLst xmlns:a="http://schemas.openxmlformats.org/drawingml/2006/main">
              <a:ext uri="{FF2B5EF4-FFF2-40B4-BE49-F238E27FC236}">
                <a16:creationId xmlns:a16="http://schemas.microsoft.com/office/drawing/2014/main" id="{4EE7A59D-8D49-4FCB-A701-7703096F5B0B}"/>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Sintesis konsep dari Bab 1–6</a:t>
            </a:r>
          </a:p>
        </p:txBody>
      </p:sp>
      <p:sp>
        <p:nvSpPr>
          <p:cNvPr id="5" name="text-4">
            <a:extLst xmlns:a="http://schemas.openxmlformats.org/drawingml/2006/main">
              <a:ext uri="{FF2B5EF4-FFF2-40B4-BE49-F238E27FC236}">
                <a16:creationId xmlns:a16="http://schemas.microsoft.com/office/drawing/2014/main" id="{85DEABDE-0B66-4B94-A14A-62CDFB4D3A33}"/>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31</a:t>
            </a:r>
          </a:p>
        </p:txBody>
      </p:sp>
      <p:graphicFrame>
        <p:nvGraphicFramePr>
          <p:cNvPr id="6" name="">
            <a:extLst xmlns:a="http://schemas.openxmlformats.org/drawingml/2006/main">
              <a:ext uri="{FF2B5EF4-FFF2-40B4-BE49-F238E27FC236}">
                <a16:creationId xmlns:a16="http://schemas.microsoft.com/office/drawing/2014/main" id="{2FE57BD2-F4AC-4217-B86E-6DB0DB55A067}"/>
              </a:ext>
            </a:extLst>
          </p:cNvPr>
          <p:cNvGraphicFramePr/>
          <p:nvPr/>
        </p:nvGraphicFramePr>
        <p:xfrm>
          <a:off xmlns:a="http://schemas.openxmlformats.org/drawingml/2006/main" x="609600" y="1952625"/>
          <a:ext xmlns:a="http://schemas.openxmlformats.org/drawingml/2006/main" cx="10972800" cy="4124325"/>
        </p:xfrm>
        <a:graphic xmlns:a="http://schemas.openxmlformats.org/drawingml/2006/main">
          <a:graphicData uri="http://schemas.openxmlformats.org/drawingml/2006/table">
            <a:tbl>
              <a:tblPr/>
              <a:tblGrid>
                <a:gridCol w="5372100"/>
                <a:gridCol w="5600700"/>
              </a:tblGrid>
              <a:tr h="533400">
                <a:tc>
                  <a:txBody>
                    <a:bodyPr lIns="95250" tIns="95250" rIns="95250" bIns="95250">
                      <a:noAutofit/>
                    </a:bodyPr>
                    <a:lstStyle/>
                    <a:p>
                      <a:r>
                        <a:rPr sz="1725" b="1">
                          <a:solidFill>
                            <a:srgbClr val="FFFFFF"/>
                          </a:solidFill>
                          <a:latin typeface="DejaVu Sans"/>
                          <a:ea typeface="DejaVu Sans"/>
                          <a:cs typeface="DejaVu Sans"/>
                        </a:rPr>
                        <a:t>Kebutuhan aplikasi</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725" b="1">
                          <a:solidFill>
                            <a:srgbClr val="FFFFFF"/>
                          </a:solidFill>
                          <a:latin typeface="DejaVu Sans"/>
                          <a:ea typeface="DejaVu Sans"/>
                          <a:cs typeface="DejaVu Sans"/>
                        </a:rPr>
                        <a:t>Konsep yang dipakai</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598488">
                <a:tc>
                  <a:txBody>
                    <a:bodyPr lIns="95250" tIns="95250" rIns="95250" bIns="95250">
                      <a:noAutofit/>
                    </a:bodyPr>
                    <a:lstStyle/>
                    <a:p>
                      <a:r>
                        <a:rPr sz="1725" b="1">
                          <a:solidFill>
                            <a:srgbClr val="102A38"/>
                          </a:solidFill>
                          <a:latin typeface="DejaVu Sans"/>
                          <a:ea typeface="DejaVu Sans"/>
                          <a:cs typeface="DejaVu Sans"/>
                        </a:rPr>
                        <a:t>Membuka daftar dan detail agenda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Activity, Fragment, dan Intent</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598488">
                <a:tc>
                  <a:txBody>
                    <a:bodyPr lIns="95250" tIns="95250" rIns="95250" bIns="95250">
                      <a:noAutofit/>
                    </a:bodyPr>
                    <a:lstStyle/>
                    <a:p>
                      <a:r>
                        <a:rPr sz="1725" b="1">
                          <a:solidFill>
                            <a:srgbClr val="102A38"/>
                          </a:solidFill>
                          <a:latin typeface="DejaVu Sans"/>
                          <a:ea typeface="DejaVu Sans"/>
                          <a:cs typeface="DejaVu Sans"/>
                        </a:rPr>
                        <a:t>Menampilkan item dan menerima input</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RecyclerView, layout XML, dan dialog</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598488">
                <a:tc>
                  <a:txBody>
                    <a:bodyPr lIns="95250" tIns="95250" rIns="95250" bIns="95250">
                      <a:noAutofit/>
                    </a:bodyPr>
                    <a:lstStyle/>
                    <a:p>
                      <a:r>
                        <a:rPr sz="1725" b="1">
                          <a:solidFill>
                            <a:srgbClr val="102A38"/>
                          </a:solidFill>
                          <a:latin typeface="DejaVu Sans"/>
                          <a:ea typeface="DejaVu Sans"/>
                          <a:cs typeface="DejaVu Sans"/>
                        </a:rPr>
                        <a:t>Mengingat pilihan pengguna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SharedPreferences</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598488">
                <a:tc>
                  <a:txBody>
                    <a:bodyPr lIns="95250" tIns="95250" rIns="95250" bIns="95250">
                      <a:noAutofit/>
                    </a:bodyPr>
                    <a:lstStyle/>
                    <a:p>
                      <a:r>
                        <a:rPr sz="1725" b="1">
                          <a:solidFill>
                            <a:srgbClr val="102A38"/>
                          </a:solidFill>
                          <a:latin typeface="DejaVu Sans"/>
                          <a:ea typeface="DejaVu Sans"/>
                          <a:cs typeface="DejaVu Sans"/>
                        </a:rPr>
                        <a:t>Menyimpan data lokal terstruktur</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SQLite, bila diperlukan</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598488">
                <a:tc>
                  <a:txBody>
                    <a:bodyPr lIns="95250" tIns="95250" rIns="95250" bIns="95250">
                      <a:noAutofit/>
                    </a:bodyPr>
                    <a:lstStyle/>
                    <a:p>
                      <a:r>
                        <a:rPr sz="1725" b="1">
                          <a:solidFill>
                            <a:srgbClr val="102A38"/>
                          </a:solidFill>
                          <a:latin typeface="DejaVu Sans"/>
                          <a:ea typeface="DejaVu Sans"/>
                          <a:cs typeface="DejaVu Sans"/>
                        </a:rPr>
                        <a:t>Memberikan pengingat</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Penjadwalan tugas dan notifikasi</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598488">
                <a:tc>
                  <a:txBody>
                    <a:bodyPr lIns="95250" tIns="95250" rIns="95250" bIns="95250">
                      <a:noAutofit/>
                    </a:bodyPr>
                    <a:lstStyle/>
                    <a:p>
                      <a:r>
                        <a:rPr sz="1725" b="1">
                          <a:solidFill>
                            <a:srgbClr val="102A38"/>
                          </a:solidFill>
                          <a:latin typeface="DejaVu Sans"/>
                          <a:ea typeface="DejaVu Sans"/>
                          <a:cs typeface="DejaVu Sans"/>
                        </a:rPr>
                        <a:t>Berbagi perubahan data</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Firebase Realtime Database</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bl>
          </a:graphicData>
        </a:graphic>
      </p:graphicFrame>
    </p:spTree>
    <p:extLst>
      <p:ext uri="{BB962C8B-B14F-4D97-AF65-F5344CB8AC3E}">
        <p14:creationId xmlns:p14="http://schemas.microsoft.com/office/powerpoint/2010/main" val="1485296960"/>
      </p:ext>
    </p:extLst>
  </p:cSld>
</p:sld>
</file>

<file path=ppt/slides/slide32.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F52A3ED-0910-4408-9D24-ADCF9BF3AA67}"/>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CATATAN TEKNIS</a:t>
            </a:r>
          </a:p>
        </p:txBody>
      </p:sp>
      <p:sp>
        <p:nvSpPr>
          <p:cNvPr id="2" name="slide-title">
            <a:extLst xmlns:a="http://schemas.openxmlformats.org/drawingml/2006/main">
              <a:ext uri="{FF2B5EF4-FFF2-40B4-BE49-F238E27FC236}">
                <a16:creationId xmlns:a16="http://schemas.microsoft.com/office/drawing/2014/main" id="{EA830E79-190C-42FC-878E-2DE48F726A35}"/>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Konteks versi dan ketelitian implementasi</a:t>
            </a:r>
          </a:p>
        </p:txBody>
      </p:sp>
      <p:sp>
        <p:nvSpPr>
          <p:cNvPr id="3" name="text-2">
            <a:extLst xmlns:a="http://schemas.openxmlformats.org/drawingml/2006/main">
              <a:ext uri="{FF2B5EF4-FFF2-40B4-BE49-F238E27FC236}">
                <a16:creationId xmlns:a16="http://schemas.microsoft.com/office/drawing/2014/main" id="{BE493106-9150-42B2-A5FC-2E255948A821}"/>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Analisis contoh modul dan klarifikasi Android Developers / Firebase, 24 Oktober 2026</a:t>
            </a:r>
          </a:p>
        </p:txBody>
      </p:sp>
      <p:sp>
        <p:nvSpPr>
          <p:cNvPr id="4" name="text-3">
            <a:extLst xmlns:a="http://schemas.openxmlformats.org/drawingml/2006/main">
              <a:ext uri="{FF2B5EF4-FFF2-40B4-BE49-F238E27FC236}">
                <a16:creationId xmlns:a16="http://schemas.microsoft.com/office/drawing/2014/main" id="{A7D3FFD5-D4B3-416A-8A67-D81F1CB8BBB2}"/>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32</a:t>
            </a:r>
          </a:p>
        </p:txBody>
      </p:sp>
      <p:graphicFrame>
        <p:nvGraphicFramePr>
          <p:cNvPr id="5" name="">
            <a:extLst xmlns:a="http://schemas.openxmlformats.org/drawingml/2006/main">
              <a:ext uri="{FF2B5EF4-FFF2-40B4-BE49-F238E27FC236}">
                <a16:creationId xmlns:a16="http://schemas.microsoft.com/office/drawing/2014/main" id="{3566DEA3-B634-4DA3-9DF6-CCDF0529A49E}"/>
              </a:ext>
            </a:extLst>
          </p:cNvPr>
          <p:cNvGraphicFramePr/>
          <p:nvPr/>
        </p:nvGraphicFramePr>
        <p:xfrm>
          <a:off xmlns:a="http://schemas.openxmlformats.org/drawingml/2006/main" x="609600" y="1971675"/>
          <a:ext xmlns:a="http://schemas.openxmlformats.org/drawingml/2006/main" cx="10972800" cy="4105275"/>
        </p:xfrm>
        <a:graphic xmlns:a="http://schemas.openxmlformats.org/drawingml/2006/main">
          <a:graphicData uri="http://schemas.openxmlformats.org/drawingml/2006/table">
            <a:tbl>
              <a:tblPr/>
              <a:tblGrid>
                <a:gridCol w="3190875"/>
                <a:gridCol w="7781925"/>
              </a:tblGrid>
              <a:tr h="533400">
                <a:tc>
                  <a:txBody>
                    <a:bodyPr lIns="95250" tIns="95250" rIns="95250" bIns="95250">
                      <a:noAutofit/>
                    </a:bodyPr>
                    <a:lstStyle/>
                    <a:p>
                      <a:r>
                        <a:rPr sz="1725" b="1">
                          <a:solidFill>
                            <a:srgbClr val="FFFFFF"/>
                          </a:solidFill>
                          <a:latin typeface="DejaVu Sans"/>
                          <a:ea typeface="DejaVu Sans"/>
                          <a:cs typeface="DejaVu Sans"/>
                        </a:rPr>
                        <a:t>Bagian</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725" b="1">
                          <a:solidFill>
                            <a:srgbClr val="FFFFFF"/>
                          </a:solidFill>
                          <a:latin typeface="DejaVu Sans"/>
                          <a:ea typeface="DejaVu Sans"/>
                          <a:cs typeface="DejaVu Sans"/>
                        </a:rPr>
                        <a:t>Hal yang perlu diperhatikan</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714375">
                <a:tc>
                  <a:txBody>
                    <a:bodyPr lIns="95250" tIns="95250" rIns="95250" bIns="95250">
                      <a:noAutofit/>
                    </a:bodyPr>
                    <a:lstStyle/>
                    <a:p>
                      <a:r>
                        <a:rPr sz="1725" b="1">
                          <a:solidFill>
                            <a:srgbClr val="102A38"/>
                          </a:solidFill>
                          <a:latin typeface="DejaVu Sans"/>
                          <a:ea typeface="DejaVu Sans"/>
                          <a:cs typeface="DejaVu Sans"/>
                        </a:rPr>
                        <a:t>Modul Desember 2020</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Versi alat, menu, dependensi, serta contoh API mengikuti masa terbitnya.</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14375">
                <a:tc>
                  <a:txBody>
                    <a:bodyPr lIns="95250" tIns="95250" rIns="95250" bIns="95250">
                      <a:noAutofit/>
                    </a:bodyPr>
                    <a:lstStyle/>
                    <a:p>
                      <a:r>
                        <a:rPr sz="1725" b="1">
                          <a:solidFill>
                            <a:srgbClr val="102A38"/>
                          </a:solidFill>
                          <a:latin typeface="DejaVu Sans"/>
                          <a:ea typeface="DejaVu Sans"/>
                          <a:cs typeface="DejaVu Sans"/>
                        </a:rPr>
                        <a:t>SharedPreferences</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Gunakan getSharedPreferences(String name, int mode).</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714375">
                <a:tc>
                  <a:txBody>
                    <a:bodyPr lIns="95250" tIns="95250" rIns="95250" bIns="95250">
                      <a:noAutofit/>
                    </a:bodyPr>
                    <a:lstStyle/>
                    <a:p>
                      <a:r>
                        <a:rPr sz="1725" b="1">
                          <a:solidFill>
                            <a:srgbClr val="102A38"/>
                          </a:solidFill>
                          <a:latin typeface="DejaVu Sans"/>
                          <a:ea typeface="DejaVu Sans"/>
                          <a:cs typeface="DejaVu Sans"/>
                        </a:rPr>
                        <a:t>Tugas setelah reboot</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JobScheduler perlu setPersisted(true) dan izin RECEIVE_BOOT_COMPLETED.</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714375">
                <a:tc>
                  <a:txBody>
                    <a:bodyPr lIns="95250" tIns="95250" rIns="95250" bIns="95250">
                      <a:noAutofit/>
                    </a:bodyPr>
                    <a:lstStyle/>
                    <a:p>
                      <a:r>
                        <a:rPr sz="1725" b="1">
                          <a:solidFill>
                            <a:srgbClr val="102A38"/>
                          </a:solidFill>
                          <a:latin typeface="DejaVu Sans"/>
                          <a:ea typeface="DejaVu Sans"/>
                          <a:cs typeface="DejaVu Sans"/>
                        </a:rPr>
                        <a:t>Firebase offline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725" b="0">
                          <a:solidFill>
                            <a:srgbClr val="102A38"/>
                          </a:solidFill>
                          <a:latin typeface="DejaVu Sans"/>
                          <a:ea typeface="DejaVu Sans"/>
                          <a:cs typeface="DejaVu Sans"/>
                        </a:rPr>
                        <a:t>Persistence disk perlu diaktifkan untuk data cache lintas restart.</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714375">
                <a:tc>
                  <a:txBody>
                    <a:bodyPr lIns="95250" tIns="95250" rIns="95250" bIns="95250">
                      <a:noAutofit/>
                    </a:bodyPr>
                    <a:lstStyle/>
                    <a:p>
                      <a:r>
                        <a:rPr sz="1725" b="1">
                          <a:solidFill>
                            <a:srgbClr val="102A38"/>
                          </a:solidFill>
                          <a:latin typeface="DejaVu Sans"/>
                          <a:ea typeface="DejaVu Sans"/>
                          <a:cs typeface="DejaVu Sans"/>
                        </a:rPr>
                        <a:t>Contoh CRUD SQLite</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725" b="0">
                          <a:solidFill>
                            <a:srgbClr val="102A38"/>
                          </a:solidFill>
                          <a:latin typeface="DejaVu Sans"/>
                          <a:ea typeface="DejaVu Sans"/>
                          <a:cs typeface="DejaVu Sans"/>
                        </a:rPr>
                        <a:t>Gunakan ID unik dan input terparameter saat menyempurnakan kode.</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bl>
          </a:graphicData>
        </a:graphic>
      </p:graphicFrame>
    </p:spTree>
    <p:extLst>
      <p:ext uri="{BB962C8B-B14F-4D97-AF65-F5344CB8AC3E}">
        <p14:creationId xmlns:p14="http://schemas.microsoft.com/office/powerpoint/2010/main" val="1697284585"/>
      </p:ext>
    </p:extLst>
  </p:cSld>
</p:sld>
</file>

<file path=ppt/slides/slide3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text-0">
            <a:extLst xmlns:a="http://schemas.openxmlformats.org/drawingml/2006/main">
              <a:ext uri="{FF2B5EF4-FFF2-40B4-BE49-F238E27FC236}">
                <a16:creationId xmlns:a16="http://schemas.microsoft.com/office/drawing/2014/main" id="{45390EB0-E87B-4778-9BEE-3713B937D1ED}"/>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7DE2BA"/>
                </a:solidFill>
                <a:latin typeface="DejaVu Sans"/>
                <a:ea typeface="DejaVu Sans"/>
                <a:cs typeface="DejaVu Sans"/>
              </a:defRPr>
            </a:defPPr>
            <a:lvl1pPr>
              <a:defRPr sz="1275" b="1">
                <a:solidFill>
                  <a:srgbClr val="7DE2BA"/>
                </a:solidFill>
                <a:latin typeface="DejaVu Sans"/>
                <a:ea typeface="DejaVu Sans"/>
                <a:cs typeface="DejaVu Sans"/>
              </a:defRPr>
            </a:lvl1pPr>
            <a:lvl2pPr>
              <a:defRPr sz="1275" b="1">
                <a:solidFill>
                  <a:srgbClr val="7DE2BA"/>
                </a:solidFill>
                <a:latin typeface="DejaVu Sans"/>
                <a:ea typeface="DejaVu Sans"/>
                <a:cs typeface="DejaVu Sans"/>
              </a:defRPr>
            </a:lvl2pPr>
            <a:lvl3pPr>
              <a:defRPr sz="1275" b="1">
                <a:solidFill>
                  <a:srgbClr val="7DE2BA"/>
                </a:solidFill>
                <a:latin typeface="DejaVu Sans"/>
                <a:ea typeface="DejaVu Sans"/>
                <a:cs typeface="DejaVu Sans"/>
              </a:defRPr>
            </a:lvl3pPr>
            <a:lvl4pPr>
              <a:defRPr sz="1275" b="1">
                <a:solidFill>
                  <a:srgbClr val="7DE2BA"/>
                </a:solidFill>
                <a:latin typeface="DejaVu Sans"/>
                <a:ea typeface="DejaVu Sans"/>
                <a:cs typeface="DejaVu Sans"/>
              </a:defRPr>
            </a:lvl4pPr>
            <a:lvl5pPr>
              <a:defRPr sz="1275" b="1">
                <a:solidFill>
                  <a:srgbClr val="7DE2BA"/>
                </a:solidFill>
                <a:latin typeface="DejaVu Sans"/>
                <a:ea typeface="DejaVu Sans"/>
                <a:cs typeface="DejaVu Sans"/>
              </a:defRPr>
            </a:lvl5pPr>
            <a:lvl6pPr>
              <a:defRPr sz="1275" b="1">
                <a:solidFill>
                  <a:srgbClr val="7DE2BA"/>
                </a:solidFill>
                <a:latin typeface="DejaVu Sans"/>
                <a:ea typeface="DejaVu Sans"/>
                <a:cs typeface="DejaVu Sans"/>
              </a:defRPr>
            </a:lvl6pPr>
            <a:lvl7pPr>
              <a:defRPr sz="1275" b="1">
                <a:solidFill>
                  <a:srgbClr val="7DE2BA"/>
                </a:solidFill>
                <a:latin typeface="DejaVu Sans"/>
                <a:ea typeface="DejaVu Sans"/>
                <a:cs typeface="DejaVu Sans"/>
              </a:defRPr>
            </a:lvl7pPr>
            <a:lvl8pPr>
              <a:defRPr sz="1275" b="1">
                <a:solidFill>
                  <a:srgbClr val="7DE2BA"/>
                </a:solidFill>
                <a:latin typeface="DejaVu Sans"/>
                <a:ea typeface="DejaVu Sans"/>
                <a:cs typeface="DejaVu Sans"/>
              </a:defRPr>
            </a:lvl8pPr>
            <a:lvl9pPr>
              <a:defRPr sz="1275" b="1">
                <a:solidFill>
                  <a:srgbClr val="7DE2BA"/>
                </a:solidFill>
                <a:latin typeface="DejaVu Sans"/>
                <a:ea typeface="DejaVu Sans"/>
                <a:cs typeface="DejaVu Sans"/>
              </a:defRPr>
            </a:lvl9pPr>
          </a:lstStyle>
          <a:p xmlns:a="http://schemas.openxmlformats.org/drawingml/2006/main">
            <a:pP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KESIMPULAN</a:t>
            </a:r>
          </a:p>
        </p:txBody>
      </p:sp>
      <p:sp>
        <p:nvSpPr>
          <p:cNvPr id="2" name="slide-title">
            <a:extLst xmlns:a="http://schemas.openxmlformats.org/drawingml/2006/main">
              <a:ext uri="{FF2B5EF4-FFF2-40B4-BE49-F238E27FC236}">
                <a16:creationId xmlns:a16="http://schemas.microsoft.com/office/drawing/2014/main" id="{24E029CB-072B-4293-93AE-5F946D6A7E6B}"/>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FFFFFF"/>
                </a:solidFill>
                <a:latin typeface="DejaVu Sans"/>
                <a:ea typeface="DejaVu Sans"/>
                <a:cs typeface="DejaVu Sans"/>
              </a:defRPr>
            </a:defPPr>
            <a:lvl1pPr>
              <a:defRPr sz="3225" b="1">
                <a:solidFill>
                  <a:srgbClr val="FFFFFF"/>
                </a:solidFill>
                <a:latin typeface="DejaVu Sans"/>
                <a:ea typeface="DejaVu Sans"/>
                <a:cs typeface="DejaVu Sans"/>
              </a:defRPr>
            </a:lvl1pPr>
            <a:lvl2pPr>
              <a:defRPr sz="3225" b="1">
                <a:solidFill>
                  <a:srgbClr val="FFFFFF"/>
                </a:solidFill>
                <a:latin typeface="DejaVu Sans"/>
                <a:ea typeface="DejaVu Sans"/>
                <a:cs typeface="DejaVu Sans"/>
              </a:defRPr>
            </a:lvl2pPr>
            <a:lvl3pPr>
              <a:defRPr sz="3225" b="1">
                <a:solidFill>
                  <a:srgbClr val="FFFFFF"/>
                </a:solidFill>
                <a:latin typeface="DejaVu Sans"/>
                <a:ea typeface="DejaVu Sans"/>
                <a:cs typeface="DejaVu Sans"/>
              </a:defRPr>
            </a:lvl3pPr>
            <a:lvl4pPr>
              <a:defRPr sz="3225" b="1">
                <a:solidFill>
                  <a:srgbClr val="FFFFFF"/>
                </a:solidFill>
                <a:latin typeface="DejaVu Sans"/>
                <a:ea typeface="DejaVu Sans"/>
                <a:cs typeface="DejaVu Sans"/>
              </a:defRPr>
            </a:lvl4pPr>
            <a:lvl5pPr>
              <a:defRPr sz="3225" b="1">
                <a:solidFill>
                  <a:srgbClr val="FFFFFF"/>
                </a:solidFill>
                <a:latin typeface="DejaVu Sans"/>
                <a:ea typeface="DejaVu Sans"/>
                <a:cs typeface="DejaVu Sans"/>
              </a:defRPr>
            </a:lvl5pPr>
            <a:lvl6pPr>
              <a:defRPr sz="3225" b="1">
                <a:solidFill>
                  <a:srgbClr val="FFFFFF"/>
                </a:solidFill>
                <a:latin typeface="DejaVu Sans"/>
                <a:ea typeface="DejaVu Sans"/>
                <a:cs typeface="DejaVu Sans"/>
              </a:defRPr>
            </a:lvl6pPr>
            <a:lvl7pPr>
              <a:defRPr sz="3225" b="1">
                <a:solidFill>
                  <a:srgbClr val="FFFFFF"/>
                </a:solidFill>
                <a:latin typeface="DejaVu Sans"/>
                <a:ea typeface="DejaVu Sans"/>
                <a:cs typeface="DejaVu Sans"/>
              </a:defRPr>
            </a:lvl7pPr>
            <a:lvl8pPr>
              <a:defRPr sz="3225" b="1">
                <a:solidFill>
                  <a:srgbClr val="FFFFFF"/>
                </a:solidFill>
                <a:latin typeface="DejaVu Sans"/>
                <a:ea typeface="DejaVu Sans"/>
                <a:cs typeface="DejaVu Sans"/>
              </a:defRPr>
            </a:lvl8pPr>
            <a:lvl9pPr>
              <a:defRPr sz="3225" b="1">
                <a:solidFill>
                  <a:srgbClr val="FFFFFF"/>
                </a:solidFill>
                <a:latin typeface="DejaVu Sans"/>
                <a:ea typeface="DejaVu Sans"/>
                <a:cs typeface="DejaVu Sans"/>
              </a:defRPr>
            </a:lvl9pPr>
          </a:lstStyle>
          <a:p xmlns:a="http://schemas.openxmlformats.org/drawingml/2006/main">
            <a:pPr>
              <a:defRPr sz="3225" b="1">
                <a:solidFill>
                  <a:srgbClr val="FFFFFF"/>
                </a:solidFill>
                <a:latin typeface="DejaVu Sans"/>
                <a:ea typeface="DejaVu Sans"/>
                <a:cs typeface="DejaVu Sans"/>
              </a:defRPr>
            </a:pPr>
            <a:r>
              <a:rPr sz="3225" b="1">
                <a:solidFill>
                  <a:srgbClr val="FFFFFF"/>
                </a:solidFill>
                <a:latin typeface="DejaVu Sans"/>
                <a:ea typeface="DejaVu Sans"/>
                <a:cs typeface="DejaVu Sans"/>
              </a:rPr>
              <a:t>Enam kompetensi utama</a:t>
            </a:r>
          </a:p>
        </p:txBody>
      </p:sp>
      <p:sp>
        <p:nvSpPr>
          <p:cNvPr id="3" name="text-2">
            <a:extLst xmlns:a="http://schemas.openxmlformats.org/drawingml/2006/main">
              <a:ext uri="{FF2B5EF4-FFF2-40B4-BE49-F238E27FC236}">
                <a16:creationId xmlns:a16="http://schemas.microsoft.com/office/drawing/2014/main" id="{C0B6D498-9F97-4D96-ACA1-805D43D8573D}"/>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BDCDD3"/>
                </a:solidFill>
                <a:latin typeface="DejaVu Sans"/>
                <a:ea typeface="DejaVu Sans"/>
                <a:cs typeface="DejaVu Sans"/>
              </a:defRPr>
            </a:defPPr>
            <a:lvl1pPr>
              <a:defRPr sz="1050" b="0">
                <a:solidFill>
                  <a:srgbClr val="BDCDD3"/>
                </a:solidFill>
                <a:latin typeface="DejaVu Sans"/>
                <a:ea typeface="DejaVu Sans"/>
                <a:cs typeface="DejaVu Sans"/>
              </a:defRPr>
            </a:lvl1pPr>
            <a:lvl2pPr>
              <a:defRPr sz="1050" b="0">
                <a:solidFill>
                  <a:srgbClr val="BDCDD3"/>
                </a:solidFill>
                <a:latin typeface="DejaVu Sans"/>
                <a:ea typeface="DejaVu Sans"/>
                <a:cs typeface="DejaVu Sans"/>
              </a:defRPr>
            </a:lvl2pPr>
            <a:lvl3pPr>
              <a:defRPr sz="1050" b="0">
                <a:solidFill>
                  <a:srgbClr val="BDCDD3"/>
                </a:solidFill>
                <a:latin typeface="DejaVu Sans"/>
                <a:ea typeface="DejaVu Sans"/>
                <a:cs typeface="DejaVu Sans"/>
              </a:defRPr>
            </a:lvl3pPr>
            <a:lvl4pPr>
              <a:defRPr sz="1050" b="0">
                <a:solidFill>
                  <a:srgbClr val="BDCDD3"/>
                </a:solidFill>
                <a:latin typeface="DejaVu Sans"/>
                <a:ea typeface="DejaVu Sans"/>
                <a:cs typeface="DejaVu Sans"/>
              </a:defRPr>
            </a:lvl4pPr>
            <a:lvl5pPr>
              <a:defRPr sz="1050" b="0">
                <a:solidFill>
                  <a:srgbClr val="BDCDD3"/>
                </a:solidFill>
                <a:latin typeface="DejaVu Sans"/>
                <a:ea typeface="DejaVu Sans"/>
                <a:cs typeface="DejaVu Sans"/>
              </a:defRPr>
            </a:lvl5pPr>
            <a:lvl6pPr>
              <a:defRPr sz="1050" b="0">
                <a:solidFill>
                  <a:srgbClr val="BDCDD3"/>
                </a:solidFill>
                <a:latin typeface="DejaVu Sans"/>
                <a:ea typeface="DejaVu Sans"/>
                <a:cs typeface="DejaVu Sans"/>
              </a:defRPr>
            </a:lvl6pPr>
            <a:lvl7pPr>
              <a:defRPr sz="1050" b="0">
                <a:solidFill>
                  <a:srgbClr val="BDCDD3"/>
                </a:solidFill>
                <a:latin typeface="DejaVu Sans"/>
                <a:ea typeface="DejaVu Sans"/>
                <a:cs typeface="DejaVu Sans"/>
              </a:defRPr>
            </a:lvl7pPr>
            <a:lvl8pPr>
              <a:defRPr sz="1050" b="0">
                <a:solidFill>
                  <a:srgbClr val="BDCDD3"/>
                </a:solidFill>
                <a:latin typeface="DejaVu Sans"/>
                <a:ea typeface="DejaVu Sans"/>
                <a:cs typeface="DejaVu Sans"/>
              </a:defRPr>
            </a:lvl8pPr>
            <a:lvl9pPr>
              <a:defRPr sz="1050" b="0">
                <a:solidFill>
                  <a:srgbClr val="BDCDD3"/>
                </a:solidFill>
                <a:latin typeface="DejaVu Sans"/>
                <a:ea typeface="DejaVu Sans"/>
                <a:cs typeface="DejaVu Sans"/>
              </a:defRPr>
            </a:lvl9pPr>
          </a:lstStyle>
          <a:p xmlns:a="http://schemas.openxmlformats.org/drawingml/2006/main">
            <a:pPr>
              <a:defRPr sz="1050" b="0">
                <a:solidFill>
                  <a:srgbClr val="BDCDD3"/>
                </a:solidFill>
                <a:latin typeface="DejaVu Sans"/>
                <a:ea typeface="DejaVu Sans"/>
                <a:cs typeface="DejaVu Sans"/>
              </a:defRPr>
            </a:pPr>
            <a:r>
              <a:rPr sz="1050" b="0">
                <a:solidFill>
                  <a:srgbClr val="BDCDD3"/>
                </a:solidFill>
                <a:latin typeface="DejaVu Sans"/>
                <a:ea typeface="DejaVu Sans"/>
                <a:cs typeface="DejaVu Sans"/>
              </a:rPr>
              <a:t>Rangkuman terpadu Bab 1–6</a:t>
            </a:r>
          </a:p>
        </p:txBody>
      </p:sp>
      <p:sp>
        <p:nvSpPr>
          <p:cNvPr id="4" name="text-3">
            <a:extLst xmlns:a="http://schemas.openxmlformats.org/drawingml/2006/main">
              <a:ext uri="{FF2B5EF4-FFF2-40B4-BE49-F238E27FC236}">
                <a16:creationId xmlns:a16="http://schemas.microsoft.com/office/drawing/2014/main" id="{F2B206CD-F058-4700-9374-793592E6485D}"/>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7DE2BA"/>
                </a:solidFill>
                <a:latin typeface="DejaVu Sans"/>
                <a:ea typeface="DejaVu Sans"/>
                <a:cs typeface="DejaVu Sans"/>
              </a:defRPr>
            </a:defPPr>
            <a:lvl1pPr algn="r">
              <a:defRPr sz="1275" b="1">
                <a:solidFill>
                  <a:srgbClr val="7DE2BA"/>
                </a:solidFill>
                <a:latin typeface="DejaVu Sans"/>
                <a:ea typeface="DejaVu Sans"/>
                <a:cs typeface="DejaVu Sans"/>
              </a:defRPr>
            </a:lvl1pPr>
            <a:lvl2pPr algn="r">
              <a:defRPr sz="1275" b="1">
                <a:solidFill>
                  <a:srgbClr val="7DE2BA"/>
                </a:solidFill>
                <a:latin typeface="DejaVu Sans"/>
                <a:ea typeface="DejaVu Sans"/>
                <a:cs typeface="DejaVu Sans"/>
              </a:defRPr>
            </a:lvl2pPr>
            <a:lvl3pPr algn="r">
              <a:defRPr sz="1275" b="1">
                <a:solidFill>
                  <a:srgbClr val="7DE2BA"/>
                </a:solidFill>
                <a:latin typeface="DejaVu Sans"/>
                <a:ea typeface="DejaVu Sans"/>
                <a:cs typeface="DejaVu Sans"/>
              </a:defRPr>
            </a:lvl3pPr>
            <a:lvl4pPr algn="r">
              <a:defRPr sz="1275" b="1">
                <a:solidFill>
                  <a:srgbClr val="7DE2BA"/>
                </a:solidFill>
                <a:latin typeface="DejaVu Sans"/>
                <a:ea typeface="DejaVu Sans"/>
                <a:cs typeface="DejaVu Sans"/>
              </a:defRPr>
            </a:lvl4pPr>
            <a:lvl5pPr algn="r">
              <a:defRPr sz="1275" b="1">
                <a:solidFill>
                  <a:srgbClr val="7DE2BA"/>
                </a:solidFill>
                <a:latin typeface="DejaVu Sans"/>
                <a:ea typeface="DejaVu Sans"/>
                <a:cs typeface="DejaVu Sans"/>
              </a:defRPr>
            </a:lvl5pPr>
            <a:lvl6pPr algn="r">
              <a:defRPr sz="1275" b="1">
                <a:solidFill>
                  <a:srgbClr val="7DE2BA"/>
                </a:solidFill>
                <a:latin typeface="DejaVu Sans"/>
                <a:ea typeface="DejaVu Sans"/>
                <a:cs typeface="DejaVu Sans"/>
              </a:defRPr>
            </a:lvl6pPr>
            <a:lvl7pPr algn="r">
              <a:defRPr sz="1275" b="1">
                <a:solidFill>
                  <a:srgbClr val="7DE2BA"/>
                </a:solidFill>
                <a:latin typeface="DejaVu Sans"/>
                <a:ea typeface="DejaVu Sans"/>
                <a:cs typeface="DejaVu Sans"/>
              </a:defRPr>
            </a:lvl7pPr>
            <a:lvl8pPr algn="r">
              <a:defRPr sz="1275" b="1">
                <a:solidFill>
                  <a:srgbClr val="7DE2BA"/>
                </a:solidFill>
                <a:latin typeface="DejaVu Sans"/>
                <a:ea typeface="DejaVu Sans"/>
                <a:cs typeface="DejaVu Sans"/>
              </a:defRPr>
            </a:lvl8pPr>
            <a:lvl9pPr algn="r">
              <a:defRPr sz="1275" b="1">
                <a:solidFill>
                  <a:srgbClr val="7DE2BA"/>
                </a:solidFill>
                <a:latin typeface="DejaVu Sans"/>
                <a:ea typeface="DejaVu Sans"/>
                <a:cs typeface="DejaVu Sans"/>
              </a:defRPr>
            </a:lvl9pPr>
          </a:lstStyle>
          <a:p xmlns:a="http://schemas.openxmlformats.org/drawingml/2006/main">
            <a:pPr algn="r">
              <a:defRPr sz="1275" b="1">
                <a:solidFill>
                  <a:srgbClr val="7DE2BA"/>
                </a:solidFill>
                <a:latin typeface="DejaVu Sans"/>
                <a:ea typeface="DejaVu Sans"/>
                <a:cs typeface="DejaVu Sans"/>
              </a:defRPr>
            </a:pPr>
            <a:r>
              <a:rPr sz="1275" b="1">
                <a:solidFill>
                  <a:srgbClr val="7DE2BA"/>
                </a:solidFill>
                <a:latin typeface="DejaVu Sans"/>
                <a:ea typeface="DejaVu Sans"/>
                <a:cs typeface="DejaVu Sans"/>
              </a:rPr>
              <a:t>33</a:t>
            </a:r>
          </a:p>
        </p:txBody>
      </p:sp>
      <p:sp>
        <p:nvSpPr>
          <p:cNvPr id="5" name="text-4">
            <a:extLst xmlns:a="http://schemas.openxmlformats.org/drawingml/2006/main">
              <a:ext uri="{FF2B5EF4-FFF2-40B4-BE49-F238E27FC236}">
                <a16:creationId xmlns:a16="http://schemas.microsoft.com/office/drawing/2014/main" id="{F757E475-7659-45C0-8CF3-ADD03D4982A3}"/>
              </a:ext>
            </a:extLst>
          </p:cNvPr>
          <p:cNvSpPr>
            <a:spLocks xmlns:a="http://schemas.openxmlformats.org/drawingml/2006/main" noGrp="1"/>
          </p:cNvSpPr>
          <p:nvPr/>
        </p:nvSpPr>
        <p:spPr>
          <a:xfrm xmlns:a="http://schemas.openxmlformats.org/drawingml/2006/main">
            <a:off x="609600" y="205740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7DE2BA"/>
                </a:solidFill>
                <a:latin typeface="DejaVu Sans"/>
                <a:ea typeface="DejaVu Sans"/>
                <a:cs typeface="DejaVu Sans"/>
              </a:defRPr>
            </a:defPPr>
            <a:lvl1pPr>
              <a:defRPr sz="2400" b="1">
                <a:solidFill>
                  <a:srgbClr val="7DE2BA"/>
                </a:solidFill>
                <a:latin typeface="DejaVu Sans"/>
                <a:ea typeface="DejaVu Sans"/>
                <a:cs typeface="DejaVu Sans"/>
              </a:defRPr>
            </a:lvl1pPr>
            <a:lvl2pPr>
              <a:defRPr sz="2400" b="1">
                <a:solidFill>
                  <a:srgbClr val="7DE2BA"/>
                </a:solidFill>
                <a:latin typeface="DejaVu Sans"/>
                <a:ea typeface="DejaVu Sans"/>
                <a:cs typeface="DejaVu Sans"/>
              </a:defRPr>
            </a:lvl2pPr>
            <a:lvl3pPr>
              <a:defRPr sz="2400" b="1">
                <a:solidFill>
                  <a:srgbClr val="7DE2BA"/>
                </a:solidFill>
                <a:latin typeface="DejaVu Sans"/>
                <a:ea typeface="DejaVu Sans"/>
                <a:cs typeface="DejaVu Sans"/>
              </a:defRPr>
            </a:lvl3pPr>
            <a:lvl4pPr>
              <a:defRPr sz="2400" b="1">
                <a:solidFill>
                  <a:srgbClr val="7DE2BA"/>
                </a:solidFill>
                <a:latin typeface="DejaVu Sans"/>
                <a:ea typeface="DejaVu Sans"/>
                <a:cs typeface="DejaVu Sans"/>
              </a:defRPr>
            </a:lvl4pPr>
            <a:lvl5pPr>
              <a:defRPr sz="2400" b="1">
                <a:solidFill>
                  <a:srgbClr val="7DE2BA"/>
                </a:solidFill>
                <a:latin typeface="DejaVu Sans"/>
                <a:ea typeface="DejaVu Sans"/>
                <a:cs typeface="DejaVu Sans"/>
              </a:defRPr>
            </a:lvl5pPr>
            <a:lvl6pPr>
              <a:defRPr sz="2400" b="1">
                <a:solidFill>
                  <a:srgbClr val="7DE2BA"/>
                </a:solidFill>
                <a:latin typeface="DejaVu Sans"/>
                <a:ea typeface="DejaVu Sans"/>
                <a:cs typeface="DejaVu Sans"/>
              </a:defRPr>
            </a:lvl6pPr>
            <a:lvl7pPr>
              <a:defRPr sz="2400" b="1">
                <a:solidFill>
                  <a:srgbClr val="7DE2BA"/>
                </a:solidFill>
                <a:latin typeface="DejaVu Sans"/>
                <a:ea typeface="DejaVu Sans"/>
                <a:cs typeface="DejaVu Sans"/>
              </a:defRPr>
            </a:lvl7pPr>
            <a:lvl8pPr>
              <a:defRPr sz="2400" b="1">
                <a:solidFill>
                  <a:srgbClr val="7DE2BA"/>
                </a:solidFill>
                <a:latin typeface="DejaVu Sans"/>
                <a:ea typeface="DejaVu Sans"/>
                <a:cs typeface="DejaVu Sans"/>
              </a:defRPr>
            </a:lvl8pPr>
            <a:lvl9pPr>
              <a:defRPr sz="2400" b="1">
                <a:solidFill>
                  <a:srgbClr val="7DE2BA"/>
                </a:solidFill>
                <a:latin typeface="DejaVu Sans"/>
                <a:ea typeface="DejaVu Sans"/>
                <a:cs typeface="DejaVu Sans"/>
              </a:defRPr>
            </a:lvl9pPr>
          </a:lstStyle>
          <a:p xmlns:a="http://schemas.openxmlformats.org/drawingml/2006/main">
            <a:pPr>
              <a:defRPr sz="2400" b="1">
                <a:solidFill>
                  <a:srgbClr val="7DE2BA"/>
                </a:solidFill>
                <a:latin typeface="DejaVu Sans"/>
                <a:ea typeface="DejaVu Sans"/>
                <a:cs typeface="DejaVu Sans"/>
              </a:defRPr>
            </a:pPr>
            <a:r>
              <a:rPr sz="2400" b="1">
                <a:solidFill>
                  <a:srgbClr val="7DE2BA"/>
                </a:solidFill>
                <a:latin typeface="DejaVu Sans"/>
                <a:ea typeface="DejaVu Sans"/>
                <a:cs typeface="DejaVu Sans"/>
              </a:rPr>
              <a:t>01</a:t>
            </a:r>
          </a:p>
        </p:txBody>
      </p:sp>
      <p:sp>
        <p:nvSpPr>
          <p:cNvPr id="6" name="text-5">
            <a:extLst xmlns:a="http://schemas.openxmlformats.org/drawingml/2006/main">
              <a:ext uri="{FF2B5EF4-FFF2-40B4-BE49-F238E27FC236}">
                <a16:creationId xmlns:a16="http://schemas.microsoft.com/office/drawing/2014/main" id="{166B1ACF-6AD3-4A71-A74B-48D14723695F}"/>
              </a:ext>
            </a:extLst>
          </p:cNvPr>
          <p:cNvSpPr>
            <a:spLocks xmlns:a="http://schemas.openxmlformats.org/drawingml/2006/main" noGrp="1"/>
          </p:cNvSpPr>
          <p:nvPr/>
        </p:nvSpPr>
        <p:spPr>
          <a:xfrm xmlns:a="http://schemas.openxmlformats.org/drawingml/2006/main">
            <a:off x="1638300" y="2066925"/>
            <a:ext cx="981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Menyiapkan proyek Android dan perangkat uji.</a:t>
            </a:r>
          </a:p>
        </p:txBody>
      </p:sp>
      <p:sp>
        <p:nvSpPr>
          <p:cNvPr id="7" name="text-6">
            <a:extLst xmlns:a="http://schemas.openxmlformats.org/drawingml/2006/main">
              <a:ext uri="{FF2B5EF4-FFF2-40B4-BE49-F238E27FC236}">
                <a16:creationId xmlns:a16="http://schemas.microsoft.com/office/drawing/2014/main" id="{894F5C61-9343-479A-B2A7-5C52C990DEF9}"/>
              </a:ext>
            </a:extLst>
          </p:cNvPr>
          <p:cNvSpPr>
            <a:spLocks xmlns:a="http://schemas.openxmlformats.org/drawingml/2006/main" noGrp="1"/>
          </p:cNvSpPr>
          <p:nvPr/>
        </p:nvSpPr>
        <p:spPr>
          <a:xfrm xmlns:a="http://schemas.openxmlformats.org/drawingml/2006/main">
            <a:off x="609600" y="270510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7DE2BA"/>
                </a:solidFill>
                <a:latin typeface="DejaVu Sans"/>
                <a:ea typeface="DejaVu Sans"/>
                <a:cs typeface="DejaVu Sans"/>
              </a:defRPr>
            </a:defPPr>
            <a:lvl1pPr>
              <a:defRPr sz="2400" b="1">
                <a:solidFill>
                  <a:srgbClr val="7DE2BA"/>
                </a:solidFill>
                <a:latin typeface="DejaVu Sans"/>
                <a:ea typeface="DejaVu Sans"/>
                <a:cs typeface="DejaVu Sans"/>
              </a:defRPr>
            </a:lvl1pPr>
            <a:lvl2pPr>
              <a:defRPr sz="2400" b="1">
                <a:solidFill>
                  <a:srgbClr val="7DE2BA"/>
                </a:solidFill>
                <a:latin typeface="DejaVu Sans"/>
                <a:ea typeface="DejaVu Sans"/>
                <a:cs typeface="DejaVu Sans"/>
              </a:defRPr>
            </a:lvl2pPr>
            <a:lvl3pPr>
              <a:defRPr sz="2400" b="1">
                <a:solidFill>
                  <a:srgbClr val="7DE2BA"/>
                </a:solidFill>
                <a:latin typeface="DejaVu Sans"/>
                <a:ea typeface="DejaVu Sans"/>
                <a:cs typeface="DejaVu Sans"/>
              </a:defRPr>
            </a:lvl3pPr>
            <a:lvl4pPr>
              <a:defRPr sz="2400" b="1">
                <a:solidFill>
                  <a:srgbClr val="7DE2BA"/>
                </a:solidFill>
                <a:latin typeface="DejaVu Sans"/>
                <a:ea typeface="DejaVu Sans"/>
                <a:cs typeface="DejaVu Sans"/>
              </a:defRPr>
            </a:lvl4pPr>
            <a:lvl5pPr>
              <a:defRPr sz="2400" b="1">
                <a:solidFill>
                  <a:srgbClr val="7DE2BA"/>
                </a:solidFill>
                <a:latin typeface="DejaVu Sans"/>
                <a:ea typeface="DejaVu Sans"/>
                <a:cs typeface="DejaVu Sans"/>
              </a:defRPr>
            </a:lvl5pPr>
            <a:lvl6pPr>
              <a:defRPr sz="2400" b="1">
                <a:solidFill>
                  <a:srgbClr val="7DE2BA"/>
                </a:solidFill>
                <a:latin typeface="DejaVu Sans"/>
                <a:ea typeface="DejaVu Sans"/>
                <a:cs typeface="DejaVu Sans"/>
              </a:defRPr>
            </a:lvl6pPr>
            <a:lvl7pPr>
              <a:defRPr sz="2400" b="1">
                <a:solidFill>
                  <a:srgbClr val="7DE2BA"/>
                </a:solidFill>
                <a:latin typeface="DejaVu Sans"/>
                <a:ea typeface="DejaVu Sans"/>
                <a:cs typeface="DejaVu Sans"/>
              </a:defRPr>
            </a:lvl7pPr>
            <a:lvl8pPr>
              <a:defRPr sz="2400" b="1">
                <a:solidFill>
                  <a:srgbClr val="7DE2BA"/>
                </a:solidFill>
                <a:latin typeface="DejaVu Sans"/>
                <a:ea typeface="DejaVu Sans"/>
                <a:cs typeface="DejaVu Sans"/>
              </a:defRPr>
            </a:lvl8pPr>
            <a:lvl9pPr>
              <a:defRPr sz="2400" b="1">
                <a:solidFill>
                  <a:srgbClr val="7DE2BA"/>
                </a:solidFill>
                <a:latin typeface="DejaVu Sans"/>
                <a:ea typeface="DejaVu Sans"/>
                <a:cs typeface="DejaVu Sans"/>
              </a:defRPr>
            </a:lvl9pPr>
          </a:lstStyle>
          <a:p xmlns:a="http://schemas.openxmlformats.org/drawingml/2006/main">
            <a:pPr>
              <a:defRPr sz="2400" b="1">
                <a:solidFill>
                  <a:srgbClr val="7DE2BA"/>
                </a:solidFill>
                <a:latin typeface="DejaVu Sans"/>
                <a:ea typeface="DejaVu Sans"/>
                <a:cs typeface="DejaVu Sans"/>
              </a:defRPr>
            </a:pPr>
            <a:r>
              <a:rPr sz="2400" b="1">
                <a:solidFill>
                  <a:srgbClr val="7DE2BA"/>
                </a:solidFill>
                <a:latin typeface="DejaVu Sans"/>
                <a:ea typeface="DejaVu Sans"/>
                <a:cs typeface="DejaVu Sans"/>
              </a:rPr>
              <a:t>02</a:t>
            </a:r>
          </a:p>
        </p:txBody>
      </p:sp>
      <p:sp>
        <p:nvSpPr>
          <p:cNvPr id="8" name="text-7">
            <a:extLst xmlns:a="http://schemas.openxmlformats.org/drawingml/2006/main">
              <a:ext uri="{FF2B5EF4-FFF2-40B4-BE49-F238E27FC236}">
                <a16:creationId xmlns:a16="http://schemas.microsoft.com/office/drawing/2014/main" id="{1472E3C6-7C72-43ED-9FF4-B7FD7698AF2C}"/>
              </a:ext>
            </a:extLst>
          </p:cNvPr>
          <p:cNvSpPr>
            <a:spLocks xmlns:a="http://schemas.openxmlformats.org/drawingml/2006/main" noGrp="1"/>
          </p:cNvSpPr>
          <p:nvPr/>
        </p:nvSpPr>
        <p:spPr>
          <a:xfrm xmlns:a="http://schemas.openxmlformats.org/drawingml/2006/main">
            <a:off x="1638300" y="2714625"/>
            <a:ext cx="981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Mengelola layar, navigasi, dan pertukaran data.</a:t>
            </a:r>
          </a:p>
        </p:txBody>
      </p:sp>
      <p:sp>
        <p:nvSpPr>
          <p:cNvPr id="9" name="text-8">
            <a:extLst xmlns:a="http://schemas.openxmlformats.org/drawingml/2006/main">
              <a:ext uri="{FF2B5EF4-FFF2-40B4-BE49-F238E27FC236}">
                <a16:creationId xmlns:a16="http://schemas.microsoft.com/office/drawing/2014/main" id="{7B0CC911-F5C2-43AF-9294-CBCE93F4D200}"/>
              </a:ext>
            </a:extLst>
          </p:cNvPr>
          <p:cNvSpPr>
            <a:spLocks xmlns:a="http://schemas.openxmlformats.org/drawingml/2006/main" noGrp="1"/>
          </p:cNvSpPr>
          <p:nvPr/>
        </p:nvSpPr>
        <p:spPr>
          <a:xfrm xmlns:a="http://schemas.openxmlformats.org/drawingml/2006/main">
            <a:off x="609600" y="335280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7DE2BA"/>
                </a:solidFill>
                <a:latin typeface="DejaVu Sans"/>
                <a:ea typeface="DejaVu Sans"/>
                <a:cs typeface="DejaVu Sans"/>
              </a:defRPr>
            </a:defPPr>
            <a:lvl1pPr>
              <a:defRPr sz="2400" b="1">
                <a:solidFill>
                  <a:srgbClr val="7DE2BA"/>
                </a:solidFill>
                <a:latin typeface="DejaVu Sans"/>
                <a:ea typeface="DejaVu Sans"/>
                <a:cs typeface="DejaVu Sans"/>
              </a:defRPr>
            </a:lvl1pPr>
            <a:lvl2pPr>
              <a:defRPr sz="2400" b="1">
                <a:solidFill>
                  <a:srgbClr val="7DE2BA"/>
                </a:solidFill>
                <a:latin typeface="DejaVu Sans"/>
                <a:ea typeface="DejaVu Sans"/>
                <a:cs typeface="DejaVu Sans"/>
              </a:defRPr>
            </a:lvl2pPr>
            <a:lvl3pPr>
              <a:defRPr sz="2400" b="1">
                <a:solidFill>
                  <a:srgbClr val="7DE2BA"/>
                </a:solidFill>
                <a:latin typeface="DejaVu Sans"/>
                <a:ea typeface="DejaVu Sans"/>
                <a:cs typeface="DejaVu Sans"/>
              </a:defRPr>
            </a:lvl3pPr>
            <a:lvl4pPr>
              <a:defRPr sz="2400" b="1">
                <a:solidFill>
                  <a:srgbClr val="7DE2BA"/>
                </a:solidFill>
                <a:latin typeface="DejaVu Sans"/>
                <a:ea typeface="DejaVu Sans"/>
                <a:cs typeface="DejaVu Sans"/>
              </a:defRPr>
            </a:lvl4pPr>
            <a:lvl5pPr>
              <a:defRPr sz="2400" b="1">
                <a:solidFill>
                  <a:srgbClr val="7DE2BA"/>
                </a:solidFill>
                <a:latin typeface="DejaVu Sans"/>
                <a:ea typeface="DejaVu Sans"/>
                <a:cs typeface="DejaVu Sans"/>
              </a:defRPr>
            </a:lvl5pPr>
            <a:lvl6pPr>
              <a:defRPr sz="2400" b="1">
                <a:solidFill>
                  <a:srgbClr val="7DE2BA"/>
                </a:solidFill>
                <a:latin typeface="DejaVu Sans"/>
                <a:ea typeface="DejaVu Sans"/>
                <a:cs typeface="DejaVu Sans"/>
              </a:defRPr>
            </a:lvl6pPr>
            <a:lvl7pPr>
              <a:defRPr sz="2400" b="1">
                <a:solidFill>
                  <a:srgbClr val="7DE2BA"/>
                </a:solidFill>
                <a:latin typeface="DejaVu Sans"/>
                <a:ea typeface="DejaVu Sans"/>
                <a:cs typeface="DejaVu Sans"/>
              </a:defRPr>
            </a:lvl7pPr>
            <a:lvl8pPr>
              <a:defRPr sz="2400" b="1">
                <a:solidFill>
                  <a:srgbClr val="7DE2BA"/>
                </a:solidFill>
                <a:latin typeface="DejaVu Sans"/>
                <a:ea typeface="DejaVu Sans"/>
                <a:cs typeface="DejaVu Sans"/>
              </a:defRPr>
            </a:lvl8pPr>
            <a:lvl9pPr>
              <a:defRPr sz="2400" b="1">
                <a:solidFill>
                  <a:srgbClr val="7DE2BA"/>
                </a:solidFill>
                <a:latin typeface="DejaVu Sans"/>
                <a:ea typeface="DejaVu Sans"/>
                <a:cs typeface="DejaVu Sans"/>
              </a:defRPr>
            </a:lvl9pPr>
          </a:lstStyle>
          <a:p xmlns:a="http://schemas.openxmlformats.org/drawingml/2006/main">
            <a:pPr>
              <a:defRPr sz="2400" b="1">
                <a:solidFill>
                  <a:srgbClr val="7DE2BA"/>
                </a:solidFill>
                <a:latin typeface="DejaVu Sans"/>
                <a:ea typeface="DejaVu Sans"/>
                <a:cs typeface="DejaVu Sans"/>
              </a:defRPr>
            </a:pPr>
            <a:r>
              <a:rPr sz="2400" b="1">
                <a:solidFill>
                  <a:srgbClr val="7DE2BA"/>
                </a:solidFill>
                <a:latin typeface="DejaVu Sans"/>
                <a:ea typeface="DejaVu Sans"/>
                <a:cs typeface="DejaVu Sans"/>
              </a:rPr>
              <a:t>03</a:t>
            </a:r>
          </a:p>
        </p:txBody>
      </p:sp>
      <p:sp>
        <p:nvSpPr>
          <p:cNvPr id="10" name="text-9">
            <a:extLst xmlns:a="http://schemas.openxmlformats.org/drawingml/2006/main">
              <a:ext uri="{FF2B5EF4-FFF2-40B4-BE49-F238E27FC236}">
                <a16:creationId xmlns:a16="http://schemas.microsoft.com/office/drawing/2014/main" id="{B53F7EAB-8233-4E15-947A-EBFA223518D0}"/>
              </a:ext>
            </a:extLst>
          </p:cNvPr>
          <p:cNvSpPr>
            <a:spLocks xmlns:a="http://schemas.openxmlformats.org/drawingml/2006/main" noGrp="1"/>
          </p:cNvSpPr>
          <p:nvPr/>
        </p:nvSpPr>
        <p:spPr>
          <a:xfrm xmlns:a="http://schemas.openxmlformats.org/drawingml/2006/main">
            <a:off x="1638300" y="3362325"/>
            <a:ext cx="981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Menyusun UI yang konsisten dan mudah digunakan.</a:t>
            </a:r>
          </a:p>
        </p:txBody>
      </p:sp>
      <p:sp>
        <p:nvSpPr>
          <p:cNvPr id="11" name="text-10">
            <a:extLst xmlns:a="http://schemas.openxmlformats.org/drawingml/2006/main">
              <a:ext uri="{FF2B5EF4-FFF2-40B4-BE49-F238E27FC236}">
                <a16:creationId xmlns:a16="http://schemas.microsoft.com/office/drawing/2014/main" id="{0FC20F2C-CF78-46D0-8DF4-C10300A0B717}"/>
              </a:ext>
            </a:extLst>
          </p:cNvPr>
          <p:cNvSpPr>
            <a:spLocks xmlns:a="http://schemas.openxmlformats.org/drawingml/2006/main" noGrp="1"/>
          </p:cNvSpPr>
          <p:nvPr/>
        </p:nvSpPr>
        <p:spPr>
          <a:xfrm xmlns:a="http://schemas.openxmlformats.org/drawingml/2006/main">
            <a:off x="609600" y="400050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7DE2BA"/>
                </a:solidFill>
                <a:latin typeface="DejaVu Sans"/>
                <a:ea typeface="DejaVu Sans"/>
                <a:cs typeface="DejaVu Sans"/>
              </a:defRPr>
            </a:defPPr>
            <a:lvl1pPr>
              <a:defRPr sz="2400" b="1">
                <a:solidFill>
                  <a:srgbClr val="7DE2BA"/>
                </a:solidFill>
                <a:latin typeface="DejaVu Sans"/>
                <a:ea typeface="DejaVu Sans"/>
                <a:cs typeface="DejaVu Sans"/>
              </a:defRPr>
            </a:lvl1pPr>
            <a:lvl2pPr>
              <a:defRPr sz="2400" b="1">
                <a:solidFill>
                  <a:srgbClr val="7DE2BA"/>
                </a:solidFill>
                <a:latin typeface="DejaVu Sans"/>
                <a:ea typeface="DejaVu Sans"/>
                <a:cs typeface="DejaVu Sans"/>
              </a:defRPr>
            </a:lvl2pPr>
            <a:lvl3pPr>
              <a:defRPr sz="2400" b="1">
                <a:solidFill>
                  <a:srgbClr val="7DE2BA"/>
                </a:solidFill>
                <a:latin typeface="DejaVu Sans"/>
                <a:ea typeface="DejaVu Sans"/>
                <a:cs typeface="DejaVu Sans"/>
              </a:defRPr>
            </a:lvl3pPr>
            <a:lvl4pPr>
              <a:defRPr sz="2400" b="1">
                <a:solidFill>
                  <a:srgbClr val="7DE2BA"/>
                </a:solidFill>
                <a:latin typeface="DejaVu Sans"/>
                <a:ea typeface="DejaVu Sans"/>
                <a:cs typeface="DejaVu Sans"/>
              </a:defRPr>
            </a:lvl4pPr>
            <a:lvl5pPr>
              <a:defRPr sz="2400" b="1">
                <a:solidFill>
                  <a:srgbClr val="7DE2BA"/>
                </a:solidFill>
                <a:latin typeface="DejaVu Sans"/>
                <a:ea typeface="DejaVu Sans"/>
                <a:cs typeface="DejaVu Sans"/>
              </a:defRPr>
            </a:lvl5pPr>
            <a:lvl6pPr>
              <a:defRPr sz="2400" b="1">
                <a:solidFill>
                  <a:srgbClr val="7DE2BA"/>
                </a:solidFill>
                <a:latin typeface="DejaVu Sans"/>
                <a:ea typeface="DejaVu Sans"/>
                <a:cs typeface="DejaVu Sans"/>
              </a:defRPr>
            </a:lvl6pPr>
            <a:lvl7pPr>
              <a:defRPr sz="2400" b="1">
                <a:solidFill>
                  <a:srgbClr val="7DE2BA"/>
                </a:solidFill>
                <a:latin typeface="DejaVu Sans"/>
                <a:ea typeface="DejaVu Sans"/>
                <a:cs typeface="DejaVu Sans"/>
              </a:defRPr>
            </a:lvl7pPr>
            <a:lvl8pPr>
              <a:defRPr sz="2400" b="1">
                <a:solidFill>
                  <a:srgbClr val="7DE2BA"/>
                </a:solidFill>
                <a:latin typeface="DejaVu Sans"/>
                <a:ea typeface="DejaVu Sans"/>
                <a:cs typeface="DejaVu Sans"/>
              </a:defRPr>
            </a:lvl8pPr>
            <a:lvl9pPr>
              <a:defRPr sz="2400" b="1">
                <a:solidFill>
                  <a:srgbClr val="7DE2BA"/>
                </a:solidFill>
                <a:latin typeface="DejaVu Sans"/>
                <a:ea typeface="DejaVu Sans"/>
                <a:cs typeface="DejaVu Sans"/>
              </a:defRPr>
            </a:lvl9pPr>
          </a:lstStyle>
          <a:p xmlns:a="http://schemas.openxmlformats.org/drawingml/2006/main">
            <a:pPr>
              <a:defRPr sz="2400" b="1">
                <a:solidFill>
                  <a:srgbClr val="7DE2BA"/>
                </a:solidFill>
                <a:latin typeface="DejaVu Sans"/>
                <a:ea typeface="DejaVu Sans"/>
                <a:cs typeface="DejaVu Sans"/>
              </a:defRPr>
            </a:pPr>
            <a:r>
              <a:rPr sz="2400" b="1">
                <a:solidFill>
                  <a:srgbClr val="7DE2BA"/>
                </a:solidFill>
                <a:latin typeface="DejaVu Sans"/>
                <a:ea typeface="DejaVu Sans"/>
                <a:cs typeface="DejaVu Sans"/>
              </a:rPr>
              <a:t>04</a:t>
            </a:r>
          </a:p>
        </p:txBody>
      </p:sp>
      <p:sp>
        <p:nvSpPr>
          <p:cNvPr id="12" name="text-11">
            <a:extLst xmlns:a="http://schemas.openxmlformats.org/drawingml/2006/main">
              <a:ext uri="{FF2B5EF4-FFF2-40B4-BE49-F238E27FC236}">
                <a16:creationId xmlns:a16="http://schemas.microsoft.com/office/drawing/2014/main" id="{B207DCB9-758E-46F4-8ABD-DEB968BA80FF}"/>
              </a:ext>
            </a:extLst>
          </p:cNvPr>
          <p:cNvSpPr>
            <a:spLocks xmlns:a="http://schemas.openxmlformats.org/drawingml/2006/main" noGrp="1"/>
          </p:cNvSpPr>
          <p:nvPr/>
        </p:nvSpPr>
        <p:spPr>
          <a:xfrm xmlns:a="http://schemas.openxmlformats.org/drawingml/2006/main">
            <a:off x="1638300" y="4010025"/>
            <a:ext cx="981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Mengatur tugas latar belakang serta notifikasi.</a:t>
            </a:r>
          </a:p>
        </p:txBody>
      </p:sp>
      <p:sp>
        <p:nvSpPr>
          <p:cNvPr id="13" name="text-12">
            <a:extLst xmlns:a="http://schemas.openxmlformats.org/drawingml/2006/main">
              <a:ext uri="{FF2B5EF4-FFF2-40B4-BE49-F238E27FC236}">
                <a16:creationId xmlns:a16="http://schemas.microsoft.com/office/drawing/2014/main" id="{09EAFFA2-87F4-4443-97FD-5E3FC96040F0}"/>
              </a:ext>
            </a:extLst>
          </p:cNvPr>
          <p:cNvSpPr>
            <a:spLocks xmlns:a="http://schemas.openxmlformats.org/drawingml/2006/main" noGrp="1"/>
          </p:cNvSpPr>
          <p:nvPr/>
        </p:nvSpPr>
        <p:spPr>
          <a:xfrm xmlns:a="http://schemas.openxmlformats.org/drawingml/2006/main">
            <a:off x="609600" y="464820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7DE2BA"/>
                </a:solidFill>
                <a:latin typeface="DejaVu Sans"/>
                <a:ea typeface="DejaVu Sans"/>
                <a:cs typeface="DejaVu Sans"/>
              </a:defRPr>
            </a:defPPr>
            <a:lvl1pPr>
              <a:defRPr sz="2400" b="1">
                <a:solidFill>
                  <a:srgbClr val="7DE2BA"/>
                </a:solidFill>
                <a:latin typeface="DejaVu Sans"/>
                <a:ea typeface="DejaVu Sans"/>
                <a:cs typeface="DejaVu Sans"/>
              </a:defRPr>
            </a:lvl1pPr>
            <a:lvl2pPr>
              <a:defRPr sz="2400" b="1">
                <a:solidFill>
                  <a:srgbClr val="7DE2BA"/>
                </a:solidFill>
                <a:latin typeface="DejaVu Sans"/>
                <a:ea typeface="DejaVu Sans"/>
                <a:cs typeface="DejaVu Sans"/>
              </a:defRPr>
            </a:lvl2pPr>
            <a:lvl3pPr>
              <a:defRPr sz="2400" b="1">
                <a:solidFill>
                  <a:srgbClr val="7DE2BA"/>
                </a:solidFill>
                <a:latin typeface="DejaVu Sans"/>
                <a:ea typeface="DejaVu Sans"/>
                <a:cs typeface="DejaVu Sans"/>
              </a:defRPr>
            </a:lvl3pPr>
            <a:lvl4pPr>
              <a:defRPr sz="2400" b="1">
                <a:solidFill>
                  <a:srgbClr val="7DE2BA"/>
                </a:solidFill>
                <a:latin typeface="DejaVu Sans"/>
                <a:ea typeface="DejaVu Sans"/>
                <a:cs typeface="DejaVu Sans"/>
              </a:defRPr>
            </a:lvl4pPr>
            <a:lvl5pPr>
              <a:defRPr sz="2400" b="1">
                <a:solidFill>
                  <a:srgbClr val="7DE2BA"/>
                </a:solidFill>
                <a:latin typeface="DejaVu Sans"/>
                <a:ea typeface="DejaVu Sans"/>
                <a:cs typeface="DejaVu Sans"/>
              </a:defRPr>
            </a:lvl5pPr>
            <a:lvl6pPr>
              <a:defRPr sz="2400" b="1">
                <a:solidFill>
                  <a:srgbClr val="7DE2BA"/>
                </a:solidFill>
                <a:latin typeface="DejaVu Sans"/>
                <a:ea typeface="DejaVu Sans"/>
                <a:cs typeface="DejaVu Sans"/>
              </a:defRPr>
            </a:lvl6pPr>
            <a:lvl7pPr>
              <a:defRPr sz="2400" b="1">
                <a:solidFill>
                  <a:srgbClr val="7DE2BA"/>
                </a:solidFill>
                <a:latin typeface="DejaVu Sans"/>
                <a:ea typeface="DejaVu Sans"/>
                <a:cs typeface="DejaVu Sans"/>
              </a:defRPr>
            </a:lvl7pPr>
            <a:lvl8pPr>
              <a:defRPr sz="2400" b="1">
                <a:solidFill>
                  <a:srgbClr val="7DE2BA"/>
                </a:solidFill>
                <a:latin typeface="DejaVu Sans"/>
                <a:ea typeface="DejaVu Sans"/>
                <a:cs typeface="DejaVu Sans"/>
              </a:defRPr>
            </a:lvl8pPr>
            <a:lvl9pPr>
              <a:defRPr sz="2400" b="1">
                <a:solidFill>
                  <a:srgbClr val="7DE2BA"/>
                </a:solidFill>
                <a:latin typeface="DejaVu Sans"/>
                <a:ea typeface="DejaVu Sans"/>
                <a:cs typeface="DejaVu Sans"/>
              </a:defRPr>
            </a:lvl9pPr>
          </a:lstStyle>
          <a:p xmlns:a="http://schemas.openxmlformats.org/drawingml/2006/main">
            <a:pPr>
              <a:defRPr sz="2400" b="1">
                <a:solidFill>
                  <a:srgbClr val="7DE2BA"/>
                </a:solidFill>
                <a:latin typeface="DejaVu Sans"/>
                <a:ea typeface="DejaVu Sans"/>
                <a:cs typeface="DejaVu Sans"/>
              </a:defRPr>
            </a:pPr>
            <a:r>
              <a:rPr sz="2400" b="1">
                <a:solidFill>
                  <a:srgbClr val="7DE2BA"/>
                </a:solidFill>
                <a:latin typeface="DejaVu Sans"/>
                <a:ea typeface="DejaVu Sans"/>
                <a:cs typeface="DejaVu Sans"/>
              </a:rPr>
              <a:t>05</a:t>
            </a:r>
          </a:p>
        </p:txBody>
      </p:sp>
      <p:sp>
        <p:nvSpPr>
          <p:cNvPr id="14" name="text-13">
            <a:extLst xmlns:a="http://schemas.openxmlformats.org/drawingml/2006/main">
              <a:ext uri="{FF2B5EF4-FFF2-40B4-BE49-F238E27FC236}">
                <a16:creationId xmlns:a16="http://schemas.microsoft.com/office/drawing/2014/main" id="{6AEBD22B-9FDC-4582-A9DA-07AE992C30D6}"/>
              </a:ext>
            </a:extLst>
          </p:cNvPr>
          <p:cNvSpPr>
            <a:spLocks xmlns:a="http://schemas.openxmlformats.org/drawingml/2006/main" noGrp="1"/>
          </p:cNvSpPr>
          <p:nvPr/>
        </p:nvSpPr>
        <p:spPr>
          <a:xfrm xmlns:a="http://schemas.openxmlformats.org/drawingml/2006/main">
            <a:off x="1638300" y="4657725"/>
            <a:ext cx="981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Memilih dan memakai penyimpanan lokal.</a:t>
            </a:r>
          </a:p>
        </p:txBody>
      </p:sp>
      <p:sp>
        <p:nvSpPr>
          <p:cNvPr id="15" name="text-14">
            <a:extLst xmlns:a="http://schemas.openxmlformats.org/drawingml/2006/main">
              <a:ext uri="{FF2B5EF4-FFF2-40B4-BE49-F238E27FC236}">
                <a16:creationId xmlns:a16="http://schemas.microsoft.com/office/drawing/2014/main" id="{E4B9EF4E-AFB7-41B7-A459-0483B2620906}"/>
              </a:ext>
            </a:extLst>
          </p:cNvPr>
          <p:cNvSpPr>
            <a:spLocks xmlns:a="http://schemas.openxmlformats.org/drawingml/2006/main" noGrp="1"/>
          </p:cNvSpPr>
          <p:nvPr/>
        </p:nvSpPr>
        <p:spPr>
          <a:xfrm xmlns:a="http://schemas.openxmlformats.org/drawingml/2006/main">
            <a:off x="609600" y="5295900"/>
            <a:ext cx="76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00" b="1">
                <a:solidFill>
                  <a:srgbClr val="7DE2BA"/>
                </a:solidFill>
                <a:latin typeface="DejaVu Sans"/>
                <a:ea typeface="DejaVu Sans"/>
                <a:cs typeface="DejaVu Sans"/>
              </a:defRPr>
            </a:defPPr>
            <a:lvl1pPr>
              <a:defRPr sz="2400" b="1">
                <a:solidFill>
                  <a:srgbClr val="7DE2BA"/>
                </a:solidFill>
                <a:latin typeface="DejaVu Sans"/>
                <a:ea typeface="DejaVu Sans"/>
                <a:cs typeface="DejaVu Sans"/>
              </a:defRPr>
            </a:lvl1pPr>
            <a:lvl2pPr>
              <a:defRPr sz="2400" b="1">
                <a:solidFill>
                  <a:srgbClr val="7DE2BA"/>
                </a:solidFill>
                <a:latin typeface="DejaVu Sans"/>
                <a:ea typeface="DejaVu Sans"/>
                <a:cs typeface="DejaVu Sans"/>
              </a:defRPr>
            </a:lvl2pPr>
            <a:lvl3pPr>
              <a:defRPr sz="2400" b="1">
                <a:solidFill>
                  <a:srgbClr val="7DE2BA"/>
                </a:solidFill>
                <a:latin typeface="DejaVu Sans"/>
                <a:ea typeface="DejaVu Sans"/>
                <a:cs typeface="DejaVu Sans"/>
              </a:defRPr>
            </a:lvl3pPr>
            <a:lvl4pPr>
              <a:defRPr sz="2400" b="1">
                <a:solidFill>
                  <a:srgbClr val="7DE2BA"/>
                </a:solidFill>
                <a:latin typeface="DejaVu Sans"/>
                <a:ea typeface="DejaVu Sans"/>
                <a:cs typeface="DejaVu Sans"/>
              </a:defRPr>
            </a:lvl4pPr>
            <a:lvl5pPr>
              <a:defRPr sz="2400" b="1">
                <a:solidFill>
                  <a:srgbClr val="7DE2BA"/>
                </a:solidFill>
                <a:latin typeface="DejaVu Sans"/>
                <a:ea typeface="DejaVu Sans"/>
                <a:cs typeface="DejaVu Sans"/>
              </a:defRPr>
            </a:lvl5pPr>
            <a:lvl6pPr>
              <a:defRPr sz="2400" b="1">
                <a:solidFill>
                  <a:srgbClr val="7DE2BA"/>
                </a:solidFill>
                <a:latin typeface="DejaVu Sans"/>
                <a:ea typeface="DejaVu Sans"/>
                <a:cs typeface="DejaVu Sans"/>
              </a:defRPr>
            </a:lvl6pPr>
            <a:lvl7pPr>
              <a:defRPr sz="2400" b="1">
                <a:solidFill>
                  <a:srgbClr val="7DE2BA"/>
                </a:solidFill>
                <a:latin typeface="DejaVu Sans"/>
                <a:ea typeface="DejaVu Sans"/>
                <a:cs typeface="DejaVu Sans"/>
              </a:defRPr>
            </a:lvl7pPr>
            <a:lvl8pPr>
              <a:defRPr sz="2400" b="1">
                <a:solidFill>
                  <a:srgbClr val="7DE2BA"/>
                </a:solidFill>
                <a:latin typeface="DejaVu Sans"/>
                <a:ea typeface="DejaVu Sans"/>
                <a:cs typeface="DejaVu Sans"/>
              </a:defRPr>
            </a:lvl8pPr>
            <a:lvl9pPr>
              <a:defRPr sz="2400" b="1">
                <a:solidFill>
                  <a:srgbClr val="7DE2BA"/>
                </a:solidFill>
                <a:latin typeface="DejaVu Sans"/>
                <a:ea typeface="DejaVu Sans"/>
                <a:cs typeface="DejaVu Sans"/>
              </a:defRPr>
            </a:lvl9pPr>
          </a:lstStyle>
          <a:p xmlns:a="http://schemas.openxmlformats.org/drawingml/2006/main">
            <a:pPr>
              <a:defRPr sz="2400" b="1">
                <a:solidFill>
                  <a:srgbClr val="7DE2BA"/>
                </a:solidFill>
                <a:latin typeface="DejaVu Sans"/>
                <a:ea typeface="DejaVu Sans"/>
                <a:cs typeface="DejaVu Sans"/>
              </a:defRPr>
            </a:pPr>
            <a:r>
              <a:rPr sz="2400" b="1">
                <a:solidFill>
                  <a:srgbClr val="7DE2BA"/>
                </a:solidFill>
                <a:latin typeface="DejaVu Sans"/>
                <a:ea typeface="DejaVu Sans"/>
                <a:cs typeface="DejaVu Sans"/>
              </a:rPr>
              <a:t>06</a:t>
            </a:r>
          </a:p>
        </p:txBody>
      </p:sp>
      <p:sp>
        <p:nvSpPr>
          <p:cNvPr id="16" name="text-15">
            <a:extLst xmlns:a="http://schemas.openxmlformats.org/drawingml/2006/main">
              <a:ext uri="{FF2B5EF4-FFF2-40B4-BE49-F238E27FC236}">
                <a16:creationId xmlns:a16="http://schemas.microsoft.com/office/drawing/2014/main" id="{B709CE4D-D2E9-431F-8261-405946CD7A26}"/>
              </a:ext>
            </a:extLst>
          </p:cNvPr>
          <p:cNvSpPr>
            <a:spLocks xmlns:a="http://schemas.openxmlformats.org/drawingml/2006/main" noGrp="1"/>
          </p:cNvSpPr>
          <p:nvPr/>
        </p:nvSpPr>
        <p:spPr>
          <a:xfrm xmlns:a="http://schemas.openxmlformats.org/drawingml/2006/main">
            <a:off x="1638300" y="5305425"/>
            <a:ext cx="9810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FFFFFF"/>
                </a:solidFill>
                <a:latin typeface="DejaVu Sans"/>
                <a:ea typeface="DejaVu Sans"/>
                <a:cs typeface="DejaVu Sans"/>
              </a:defRPr>
            </a:defPPr>
            <a:lvl1pPr>
              <a:defRPr sz="2025" b="0">
                <a:solidFill>
                  <a:srgbClr val="FFFFFF"/>
                </a:solidFill>
                <a:latin typeface="DejaVu Sans"/>
                <a:ea typeface="DejaVu Sans"/>
                <a:cs typeface="DejaVu Sans"/>
              </a:defRPr>
            </a:lvl1pPr>
            <a:lvl2pPr>
              <a:defRPr sz="2025" b="0">
                <a:solidFill>
                  <a:srgbClr val="FFFFFF"/>
                </a:solidFill>
                <a:latin typeface="DejaVu Sans"/>
                <a:ea typeface="DejaVu Sans"/>
                <a:cs typeface="DejaVu Sans"/>
              </a:defRPr>
            </a:lvl2pPr>
            <a:lvl3pPr>
              <a:defRPr sz="2025" b="0">
                <a:solidFill>
                  <a:srgbClr val="FFFFFF"/>
                </a:solidFill>
                <a:latin typeface="DejaVu Sans"/>
                <a:ea typeface="DejaVu Sans"/>
                <a:cs typeface="DejaVu Sans"/>
              </a:defRPr>
            </a:lvl3pPr>
            <a:lvl4pPr>
              <a:defRPr sz="2025" b="0">
                <a:solidFill>
                  <a:srgbClr val="FFFFFF"/>
                </a:solidFill>
                <a:latin typeface="DejaVu Sans"/>
                <a:ea typeface="DejaVu Sans"/>
                <a:cs typeface="DejaVu Sans"/>
              </a:defRPr>
            </a:lvl4pPr>
            <a:lvl5pPr>
              <a:defRPr sz="2025" b="0">
                <a:solidFill>
                  <a:srgbClr val="FFFFFF"/>
                </a:solidFill>
                <a:latin typeface="DejaVu Sans"/>
                <a:ea typeface="DejaVu Sans"/>
                <a:cs typeface="DejaVu Sans"/>
              </a:defRPr>
            </a:lvl5pPr>
            <a:lvl6pPr>
              <a:defRPr sz="2025" b="0">
                <a:solidFill>
                  <a:srgbClr val="FFFFFF"/>
                </a:solidFill>
                <a:latin typeface="DejaVu Sans"/>
                <a:ea typeface="DejaVu Sans"/>
                <a:cs typeface="DejaVu Sans"/>
              </a:defRPr>
            </a:lvl6pPr>
            <a:lvl7pPr>
              <a:defRPr sz="2025" b="0">
                <a:solidFill>
                  <a:srgbClr val="FFFFFF"/>
                </a:solidFill>
                <a:latin typeface="DejaVu Sans"/>
                <a:ea typeface="DejaVu Sans"/>
                <a:cs typeface="DejaVu Sans"/>
              </a:defRPr>
            </a:lvl7pPr>
            <a:lvl8pPr>
              <a:defRPr sz="2025" b="0">
                <a:solidFill>
                  <a:srgbClr val="FFFFFF"/>
                </a:solidFill>
                <a:latin typeface="DejaVu Sans"/>
                <a:ea typeface="DejaVu Sans"/>
                <a:cs typeface="DejaVu Sans"/>
              </a:defRPr>
            </a:lvl8pPr>
            <a:lvl9pPr>
              <a:defRPr sz="2025" b="0">
                <a:solidFill>
                  <a:srgbClr val="FFFFFF"/>
                </a:solidFill>
                <a:latin typeface="DejaVu Sans"/>
                <a:ea typeface="DejaVu Sans"/>
                <a:cs typeface="DejaVu Sans"/>
              </a:defRPr>
            </a:lvl9pPr>
          </a:lstStyle>
          <a:p xmlns:a="http://schemas.openxmlformats.org/drawingml/2006/main">
            <a:pPr>
              <a:defRPr sz="2025" b="0">
                <a:solidFill>
                  <a:srgbClr val="FFFFFF"/>
                </a:solidFill>
                <a:latin typeface="DejaVu Sans"/>
                <a:ea typeface="DejaVu Sans"/>
                <a:cs typeface="DejaVu Sans"/>
              </a:defRPr>
            </a:pPr>
            <a:r>
              <a:rPr sz="2025" b="0">
                <a:solidFill>
                  <a:srgbClr val="FFFFFF"/>
                </a:solidFill>
                <a:latin typeface="DejaVu Sans"/>
                <a:ea typeface="DejaVu Sans"/>
                <a:cs typeface="DejaVu Sans"/>
              </a:rPr>
              <a:t>Mengelola CRUD dan sinkronisasi data di Firebase.</a:t>
            </a:r>
          </a:p>
        </p:txBody>
      </p:sp>
    </p:spTree>
    <p:extLst>
      <p:ext uri="{BB962C8B-B14F-4D97-AF65-F5344CB8AC3E}">
        <p14:creationId xmlns:p14="http://schemas.microsoft.com/office/powerpoint/2010/main" val="577233983"/>
      </p:ext>
    </p:extLst>
  </p:cSld>
</p:sld>
</file>

<file path=ppt/slides/slide34.xml><?xml version="1.0" encoding="utf-8"?>
<p:sld xmlns:p="http://schemas.openxmlformats.org/presentationml/2006/main">
  <p:cSld>
    <p:bg>
      <p:bgPr>
        <a:solidFill xmlns:a="http://schemas.openxmlformats.org/drawingml/2006/main">
          <a:srgbClr val="F4F8F7"/>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64B57BC-168A-418A-B988-4C53B467398F}"/>
              </a:ext>
            </a:extLst>
          </p:cNvPr>
          <p:cNvSpPr>
            <a:spLocks xmlns:a="http://schemas.openxmlformats.org/drawingml/2006/main" noGrp="1"/>
          </p:cNvSpPr>
          <p:nvPr/>
        </p:nvSpPr>
        <p:spPr>
          <a:xfrm xmlns:a="http://schemas.openxmlformats.org/drawingml/2006/main">
            <a:off x="609600" y="3238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147B61"/>
                </a:solidFill>
                <a:latin typeface="DejaVu Sans"/>
                <a:ea typeface="DejaVu Sans"/>
                <a:cs typeface="DejaVu Sans"/>
              </a:defRPr>
            </a:defPPr>
            <a:lvl1pPr>
              <a:defRPr sz="1275" b="1">
                <a:solidFill>
                  <a:srgbClr val="147B61"/>
                </a:solidFill>
                <a:latin typeface="DejaVu Sans"/>
                <a:ea typeface="DejaVu Sans"/>
                <a:cs typeface="DejaVu Sans"/>
              </a:defRPr>
            </a:lvl1pPr>
            <a:lvl2pPr>
              <a:defRPr sz="1275" b="1">
                <a:solidFill>
                  <a:srgbClr val="147B61"/>
                </a:solidFill>
                <a:latin typeface="DejaVu Sans"/>
                <a:ea typeface="DejaVu Sans"/>
                <a:cs typeface="DejaVu Sans"/>
              </a:defRPr>
            </a:lvl2pPr>
            <a:lvl3pPr>
              <a:defRPr sz="1275" b="1">
                <a:solidFill>
                  <a:srgbClr val="147B61"/>
                </a:solidFill>
                <a:latin typeface="DejaVu Sans"/>
                <a:ea typeface="DejaVu Sans"/>
                <a:cs typeface="DejaVu Sans"/>
              </a:defRPr>
            </a:lvl3pPr>
            <a:lvl4pPr>
              <a:defRPr sz="1275" b="1">
                <a:solidFill>
                  <a:srgbClr val="147B61"/>
                </a:solidFill>
                <a:latin typeface="DejaVu Sans"/>
                <a:ea typeface="DejaVu Sans"/>
                <a:cs typeface="DejaVu Sans"/>
              </a:defRPr>
            </a:lvl4pPr>
            <a:lvl5pPr>
              <a:defRPr sz="1275" b="1">
                <a:solidFill>
                  <a:srgbClr val="147B61"/>
                </a:solidFill>
                <a:latin typeface="DejaVu Sans"/>
                <a:ea typeface="DejaVu Sans"/>
                <a:cs typeface="DejaVu Sans"/>
              </a:defRPr>
            </a:lvl5pPr>
            <a:lvl6pPr>
              <a:defRPr sz="1275" b="1">
                <a:solidFill>
                  <a:srgbClr val="147B61"/>
                </a:solidFill>
                <a:latin typeface="DejaVu Sans"/>
                <a:ea typeface="DejaVu Sans"/>
                <a:cs typeface="DejaVu Sans"/>
              </a:defRPr>
            </a:lvl6pPr>
            <a:lvl7pPr>
              <a:defRPr sz="1275" b="1">
                <a:solidFill>
                  <a:srgbClr val="147B61"/>
                </a:solidFill>
                <a:latin typeface="DejaVu Sans"/>
                <a:ea typeface="DejaVu Sans"/>
                <a:cs typeface="DejaVu Sans"/>
              </a:defRPr>
            </a:lvl7pPr>
            <a:lvl8pPr>
              <a:defRPr sz="1275" b="1">
                <a:solidFill>
                  <a:srgbClr val="147B61"/>
                </a:solidFill>
                <a:latin typeface="DejaVu Sans"/>
                <a:ea typeface="DejaVu Sans"/>
                <a:cs typeface="DejaVu Sans"/>
              </a:defRPr>
            </a:lvl8pPr>
            <a:lvl9pPr>
              <a:defRPr sz="1275" b="1">
                <a:solidFill>
                  <a:srgbClr val="147B61"/>
                </a:solidFill>
                <a:latin typeface="DejaVu Sans"/>
                <a:ea typeface="DejaVu Sans"/>
                <a:cs typeface="DejaVu Sans"/>
              </a:defRPr>
            </a:lvl9pPr>
          </a:lstStyle>
          <a:p xmlns:a="http://schemas.openxmlformats.org/drawingml/2006/main">
            <a:pP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SUMBER MATERI</a:t>
            </a:r>
          </a:p>
        </p:txBody>
      </p:sp>
      <p:sp>
        <p:nvSpPr>
          <p:cNvPr id="2" name="slide-title">
            <a:extLst xmlns:a="http://schemas.openxmlformats.org/drawingml/2006/main">
              <a:ext uri="{FF2B5EF4-FFF2-40B4-BE49-F238E27FC236}">
                <a16:creationId xmlns:a16="http://schemas.microsoft.com/office/drawing/2014/main" id="{84CFE075-96B5-4F5C-8413-62CAC772DA2F}"/>
              </a:ext>
            </a:extLst>
          </p:cNvPr>
          <p:cNvSpPr>
            <a:spLocks xmlns:a="http://schemas.openxmlformats.org/drawingml/2006/main" noGrp="1"/>
          </p:cNvSpPr>
          <p:nvPr/>
        </p:nvSpPr>
        <p:spPr>
          <a:xfrm xmlns:a="http://schemas.openxmlformats.org/drawingml/2006/main">
            <a:off x="609600" y="781050"/>
            <a:ext cx="10972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225" b="1">
                <a:solidFill>
                  <a:srgbClr val="102A38"/>
                </a:solidFill>
                <a:latin typeface="DejaVu Sans"/>
                <a:ea typeface="DejaVu Sans"/>
                <a:cs typeface="DejaVu Sans"/>
              </a:defRPr>
            </a:defPPr>
            <a:lvl1pPr>
              <a:defRPr sz="3225" b="1">
                <a:solidFill>
                  <a:srgbClr val="102A38"/>
                </a:solidFill>
                <a:latin typeface="DejaVu Sans"/>
                <a:ea typeface="DejaVu Sans"/>
                <a:cs typeface="DejaVu Sans"/>
              </a:defRPr>
            </a:lvl1pPr>
            <a:lvl2pPr>
              <a:defRPr sz="3225" b="1">
                <a:solidFill>
                  <a:srgbClr val="102A38"/>
                </a:solidFill>
                <a:latin typeface="DejaVu Sans"/>
                <a:ea typeface="DejaVu Sans"/>
                <a:cs typeface="DejaVu Sans"/>
              </a:defRPr>
            </a:lvl2pPr>
            <a:lvl3pPr>
              <a:defRPr sz="3225" b="1">
                <a:solidFill>
                  <a:srgbClr val="102A38"/>
                </a:solidFill>
                <a:latin typeface="DejaVu Sans"/>
                <a:ea typeface="DejaVu Sans"/>
                <a:cs typeface="DejaVu Sans"/>
              </a:defRPr>
            </a:lvl3pPr>
            <a:lvl4pPr>
              <a:defRPr sz="3225" b="1">
                <a:solidFill>
                  <a:srgbClr val="102A38"/>
                </a:solidFill>
                <a:latin typeface="DejaVu Sans"/>
                <a:ea typeface="DejaVu Sans"/>
                <a:cs typeface="DejaVu Sans"/>
              </a:defRPr>
            </a:lvl4pPr>
            <a:lvl5pPr>
              <a:defRPr sz="3225" b="1">
                <a:solidFill>
                  <a:srgbClr val="102A38"/>
                </a:solidFill>
                <a:latin typeface="DejaVu Sans"/>
                <a:ea typeface="DejaVu Sans"/>
                <a:cs typeface="DejaVu Sans"/>
              </a:defRPr>
            </a:lvl5pPr>
            <a:lvl6pPr>
              <a:defRPr sz="3225" b="1">
                <a:solidFill>
                  <a:srgbClr val="102A38"/>
                </a:solidFill>
                <a:latin typeface="DejaVu Sans"/>
                <a:ea typeface="DejaVu Sans"/>
                <a:cs typeface="DejaVu Sans"/>
              </a:defRPr>
            </a:lvl6pPr>
            <a:lvl7pPr>
              <a:defRPr sz="3225" b="1">
                <a:solidFill>
                  <a:srgbClr val="102A38"/>
                </a:solidFill>
                <a:latin typeface="DejaVu Sans"/>
                <a:ea typeface="DejaVu Sans"/>
                <a:cs typeface="DejaVu Sans"/>
              </a:defRPr>
            </a:lvl7pPr>
            <a:lvl8pPr>
              <a:defRPr sz="3225" b="1">
                <a:solidFill>
                  <a:srgbClr val="102A38"/>
                </a:solidFill>
                <a:latin typeface="DejaVu Sans"/>
                <a:ea typeface="DejaVu Sans"/>
                <a:cs typeface="DejaVu Sans"/>
              </a:defRPr>
            </a:lvl8pPr>
            <a:lvl9pPr>
              <a:defRPr sz="3225" b="1">
                <a:solidFill>
                  <a:srgbClr val="102A38"/>
                </a:solidFill>
                <a:latin typeface="DejaVu Sans"/>
                <a:ea typeface="DejaVu Sans"/>
                <a:cs typeface="DejaVu Sans"/>
              </a:defRPr>
            </a:lvl9pPr>
          </a:lstStyle>
          <a:p xmlns:a="http://schemas.openxmlformats.org/drawingml/2006/main">
            <a:pPr>
              <a:defRPr sz="3225" b="1">
                <a:solidFill>
                  <a:srgbClr val="102A38"/>
                </a:solidFill>
                <a:latin typeface="DejaVu Sans"/>
                <a:ea typeface="DejaVu Sans"/>
                <a:cs typeface="DejaVu Sans"/>
              </a:defRPr>
            </a:pPr>
            <a:r>
              <a:rPr sz="3225" b="1">
                <a:solidFill>
                  <a:srgbClr val="102A38"/>
                </a:solidFill>
                <a:latin typeface="DejaVu Sans"/>
                <a:ea typeface="DejaVu Sans"/>
                <a:cs typeface="DejaVu Sans"/>
              </a:rPr>
              <a:t>Dokumen yang dirangkum</a:t>
            </a:r>
          </a:p>
        </p:txBody>
      </p:sp>
      <p:sp>
        <p:nvSpPr>
          <p:cNvPr id="3" name="text-2">
            <a:extLst xmlns:a="http://schemas.openxmlformats.org/drawingml/2006/main">
              <a:ext uri="{FF2B5EF4-FFF2-40B4-BE49-F238E27FC236}">
                <a16:creationId xmlns:a16="http://schemas.microsoft.com/office/drawing/2014/main" id="{3B70B2D2-3F52-45D9-AFFB-E1292056EA96}"/>
              </a:ext>
            </a:extLst>
          </p:cNvPr>
          <p:cNvSpPr>
            <a:spLocks xmlns:a="http://schemas.openxmlformats.org/drawingml/2006/main" noGrp="1"/>
          </p:cNvSpPr>
          <p:nvPr/>
        </p:nvSpPr>
        <p:spPr>
          <a:xfrm xmlns:a="http://schemas.openxmlformats.org/drawingml/2006/main">
            <a:off x="609600" y="14382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526972"/>
                </a:solidFill>
                <a:latin typeface="DejaVu Sans"/>
                <a:ea typeface="DejaVu Sans"/>
                <a:cs typeface="DejaVu Sans"/>
              </a:defRPr>
            </a:defPPr>
            <a:lvl1pPr>
              <a:defRPr sz="1725" b="0">
                <a:solidFill>
                  <a:srgbClr val="526972"/>
                </a:solidFill>
                <a:latin typeface="DejaVu Sans"/>
                <a:ea typeface="DejaVu Sans"/>
                <a:cs typeface="DejaVu Sans"/>
              </a:defRPr>
            </a:lvl1pPr>
            <a:lvl2pPr>
              <a:defRPr sz="1725" b="0">
                <a:solidFill>
                  <a:srgbClr val="526972"/>
                </a:solidFill>
                <a:latin typeface="DejaVu Sans"/>
                <a:ea typeface="DejaVu Sans"/>
                <a:cs typeface="DejaVu Sans"/>
              </a:defRPr>
            </a:lvl2pPr>
            <a:lvl3pPr>
              <a:defRPr sz="1725" b="0">
                <a:solidFill>
                  <a:srgbClr val="526972"/>
                </a:solidFill>
                <a:latin typeface="DejaVu Sans"/>
                <a:ea typeface="DejaVu Sans"/>
                <a:cs typeface="DejaVu Sans"/>
              </a:defRPr>
            </a:lvl3pPr>
            <a:lvl4pPr>
              <a:defRPr sz="1725" b="0">
                <a:solidFill>
                  <a:srgbClr val="526972"/>
                </a:solidFill>
                <a:latin typeface="DejaVu Sans"/>
                <a:ea typeface="DejaVu Sans"/>
                <a:cs typeface="DejaVu Sans"/>
              </a:defRPr>
            </a:lvl4pPr>
            <a:lvl5pPr>
              <a:defRPr sz="1725" b="0">
                <a:solidFill>
                  <a:srgbClr val="526972"/>
                </a:solidFill>
                <a:latin typeface="DejaVu Sans"/>
                <a:ea typeface="DejaVu Sans"/>
                <a:cs typeface="DejaVu Sans"/>
              </a:defRPr>
            </a:lvl5pPr>
            <a:lvl6pPr>
              <a:defRPr sz="1725" b="0">
                <a:solidFill>
                  <a:srgbClr val="526972"/>
                </a:solidFill>
                <a:latin typeface="DejaVu Sans"/>
                <a:ea typeface="DejaVu Sans"/>
                <a:cs typeface="DejaVu Sans"/>
              </a:defRPr>
            </a:lvl6pPr>
            <a:lvl7pPr>
              <a:defRPr sz="1725" b="0">
                <a:solidFill>
                  <a:srgbClr val="526972"/>
                </a:solidFill>
                <a:latin typeface="DejaVu Sans"/>
                <a:ea typeface="DejaVu Sans"/>
                <a:cs typeface="DejaVu Sans"/>
              </a:defRPr>
            </a:lvl7pPr>
            <a:lvl8pPr>
              <a:defRPr sz="1725" b="0">
                <a:solidFill>
                  <a:srgbClr val="526972"/>
                </a:solidFill>
                <a:latin typeface="DejaVu Sans"/>
                <a:ea typeface="DejaVu Sans"/>
                <a:cs typeface="DejaVu Sans"/>
              </a:defRPr>
            </a:lvl8pPr>
            <a:lvl9pPr>
              <a:defRPr sz="1725" b="0">
                <a:solidFill>
                  <a:srgbClr val="526972"/>
                </a:solidFill>
                <a:latin typeface="DejaVu Sans"/>
                <a:ea typeface="DejaVu Sans"/>
                <a:cs typeface="DejaVu Sans"/>
              </a:defRPr>
            </a:lvl9pPr>
          </a:lstStyle>
          <a:p xmlns:a="http://schemas.openxmlformats.org/drawingml/2006/main">
            <a:pPr>
              <a:defRPr sz="1725" b="0">
                <a:solidFill>
                  <a:srgbClr val="526972"/>
                </a:solidFill>
                <a:latin typeface="DejaVu Sans"/>
                <a:ea typeface="DejaVu Sans"/>
                <a:cs typeface="DejaVu Sans"/>
              </a:defRPr>
            </a:pPr>
            <a:r>
              <a:rPr sz="1725" b="0">
                <a:solidFill>
                  <a:srgbClr val="526972"/>
                </a:solidFill>
                <a:latin typeface="DejaVu Sans"/>
                <a:ea typeface="DejaVu Sans"/>
                <a:cs typeface="DejaVu Sans"/>
              </a:rPr>
              <a:t>Erma Susanti. Pemrograman Mobile Android dengan Java. Desember 2020.</a:t>
            </a:r>
          </a:p>
        </p:txBody>
      </p:sp>
      <p:sp>
        <p:nvSpPr>
          <p:cNvPr id="4" name="text-3">
            <a:extLst xmlns:a="http://schemas.openxmlformats.org/drawingml/2006/main">
              <a:ext uri="{FF2B5EF4-FFF2-40B4-BE49-F238E27FC236}">
                <a16:creationId xmlns:a16="http://schemas.microsoft.com/office/drawing/2014/main" id="{24DB4C19-A5F3-436C-9450-983F1C9BD5E6}"/>
              </a:ext>
            </a:extLst>
          </p:cNvPr>
          <p:cNvSpPr>
            <a:spLocks xmlns:a="http://schemas.openxmlformats.org/drawingml/2006/main" noGrp="1"/>
          </p:cNvSpPr>
          <p:nvPr/>
        </p:nvSpPr>
        <p:spPr>
          <a:xfrm xmlns:a="http://schemas.openxmlformats.org/drawingml/2006/main">
            <a:off x="609600" y="64389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050" b="0">
                <a:solidFill>
                  <a:srgbClr val="526972"/>
                </a:solidFill>
                <a:latin typeface="DejaVu Sans"/>
                <a:ea typeface="DejaVu Sans"/>
                <a:cs typeface="DejaVu Sans"/>
              </a:defRPr>
            </a:defPPr>
            <a:lvl1pPr>
              <a:defRPr sz="1050" b="0">
                <a:solidFill>
                  <a:srgbClr val="526972"/>
                </a:solidFill>
                <a:latin typeface="DejaVu Sans"/>
                <a:ea typeface="DejaVu Sans"/>
                <a:cs typeface="DejaVu Sans"/>
              </a:defRPr>
            </a:lvl1pPr>
            <a:lvl2pPr>
              <a:defRPr sz="1050" b="0">
                <a:solidFill>
                  <a:srgbClr val="526972"/>
                </a:solidFill>
                <a:latin typeface="DejaVu Sans"/>
                <a:ea typeface="DejaVu Sans"/>
                <a:cs typeface="DejaVu Sans"/>
              </a:defRPr>
            </a:lvl2pPr>
            <a:lvl3pPr>
              <a:defRPr sz="1050" b="0">
                <a:solidFill>
                  <a:srgbClr val="526972"/>
                </a:solidFill>
                <a:latin typeface="DejaVu Sans"/>
                <a:ea typeface="DejaVu Sans"/>
                <a:cs typeface="DejaVu Sans"/>
              </a:defRPr>
            </a:lvl3pPr>
            <a:lvl4pPr>
              <a:defRPr sz="1050" b="0">
                <a:solidFill>
                  <a:srgbClr val="526972"/>
                </a:solidFill>
                <a:latin typeface="DejaVu Sans"/>
                <a:ea typeface="DejaVu Sans"/>
                <a:cs typeface="DejaVu Sans"/>
              </a:defRPr>
            </a:lvl4pPr>
            <a:lvl5pPr>
              <a:defRPr sz="1050" b="0">
                <a:solidFill>
                  <a:srgbClr val="526972"/>
                </a:solidFill>
                <a:latin typeface="DejaVu Sans"/>
                <a:ea typeface="DejaVu Sans"/>
                <a:cs typeface="DejaVu Sans"/>
              </a:defRPr>
            </a:lvl5pPr>
            <a:lvl6pPr>
              <a:defRPr sz="1050" b="0">
                <a:solidFill>
                  <a:srgbClr val="526972"/>
                </a:solidFill>
                <a:latin typeface="DejaVu Sans"/>
                <a:ea typeface="DejaVu Sans"/>
                <a:cs typeface="DejaVu Sans"/>
              </a:defRPr>
            </a:lvl6pPr>
            <a:lvl7pPr>
              <a:defRPr sz="1050" b="0">
                <a:solidFill>
                  <a:srgbClr val="526972"/>
                </a:solidFill>
                <a:latin typeface="DejaVu Sans"/>
                <a:ea typeface="DejaVu Sans"/>
                <a:cs typeface="DejaVu Sans"/>
              </a:defRPr>
            </a:lvl7pPr>
            <a:lvl8pPr>
              <a:defRPr sz="1050" b="0">
                <a:solidFill>
                  <a:srgbClr val="526972"/>
                </a:solidFill>
                <a:latin typeface="DejaVu Sans"/>
                <a:ea typeface="DejaVu Sans"/>
                <a:cs typeface="DejaVu Sans"/>
              </a:defRPr>
            </a:lvl8pPr>
            <a:lvl9pPr>
              <a:defRPr sz="1050" b="0">
                <a:solidFill>
                  <a:srgbClr val="526972"/>
                </a:solidFill>
                <a:latin typeface="DejaVu Sans"/>
                <a:ea typeface="DejaVu Sans"/>
                <a:cs typeface="DejaVu Sans"/>
              </a:defRPr>
            </a:lvl9pPr>
          </a:lstStyle>
          <a:p xmlns:a="http://schemas.openxmlformats.org/drawingml/2006/main">
            <a:pPr>
              <a:defRPr sz="1050" b="0">
                <a:solidFill>
                  <a:srgbClr val="526972"/>
                </a:solidFill>
                <a:latin typeface="DejaVu Sans"/>
                <a:ea typeface="DejaVu Sans"/>
                <a:cs typeface="DejaVu Sans"/>
              </a:defRPr>
            </a:pPr>
            <a:r>
              <a:rPr sz="1050" b="0">
                <a:solidFill>
                  <a:srgbClr val="526972"/>
                </a:solidFill>
                <a:latin typeface="DejaVu Sans"/>
                <a:ea typeface="DejaVu Sans"/>
                <a:cs typeface="DejaVu Sans"/>
              </a:rPr>
              <a:t>Nomor halaman mengacu pada halaman PDF setiap file, bukan nomor cetak buku</a:t>
            </a:r>
          </a:p>
        </p:txBody>
      </p:sp>
      <p:sp>
        <p:nvSpPr>
          <p:cNvPr id="5" name="text-4">
            <a:extLst xmlns:a="http://schemas.openxmlformats.org/drawingml/2006/main">
              <a:ext uri="{FF2B5EF4-FFF2-40B4-BE49-F238E27FC236}">
                <a16:creationId xmlns:a16="http://schemas.microsoft.com/office/drawing/2014/main" id="{7558A41E-630C-44F7-8A13-EA5556F7A2FC}"/>
              </a:ext>
            </a:extLst>
          </p:cNvPr>
          <p:cNvSpPr>
            <a:spLocks xmlns:a="http://schemas.openxmlformats.org/drawingml/2006/main" noGrp="1"/>
          </p:cNvSpPr>
          <p:nvPr/>
        </p:nvSpPr>
        <p:spPr>
          <a:xfrm xmlns:a="http://schemas.openxmlformats.org/drawingml/2006/main">
            <a:off x="11020425" y="6381750"/>
            <a:ext cx="5619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1">
                <a:solidFill>
                  <a:srgbClr val="147B61"/>
                </a:solidFill>
                <a:latin typeface="DejaVu Sans"/>
                <a:ea typeface="DejaVu Sans"/>
                <a:cs typeface="DejaVu Sans"/>
              </a:defRPr>
            </a:defPPr>
            <a:lvl1pPr algn="r">
              <a:defRPr sz="1275" b="1">
                <a:solidFill>
                  <a:srgbClr val="147B61"/>
                </a:solidFill>
                <a:latin typeface="DejaVu Sans"/>
                <a:ea typeface="DejaVu Sans"/>
                <a:cs typeface="DejaVu Sans"/>
              </a:defRPr>
            </a:lvl1pPr>
            <a:lvl2pPr algn="r">
              <a:defRPr sz="1275" b="1">
                <a:solidFill>
                  <a:srgbClr val="147B61"/>
                </a:solidFill>
                <a:latin typeface="DejaVu Sans"/>
                <a:ea typeface="DejaVu Sans"/>
                <a:cs typeface="DejaVu Sans"/>
              </a:defRPr>
            </a:lvl2pPr>
            <a:lvl3pPr algn="r">
              <a:defRPr sz="1275" b="1">
                <a:solidFill>
                  <a:srgbClr val="147B61"/>
                </a:solidFill>
                <a:latin typeface="DejaVu Sans"/>
                <a:ea typeface="DejaVu Sans"/>
                <a:cs typeface="DejaVu Sans"/>
              </a:defRPr>
            </a:lvl3pPr>
            <a:lvl4pPr algn="r">
              <a:defRPr sz="1275" b="1">
                <a:solidFill>
                  <a:srgbClr val="147B61"/>
                </a:solidFill>
                <a:latin typeface="DejaVu Sans"/>
                <a:ea typeface="DejaVu Sans"/>
                <a:cs typeface="DejaVu Sans"/>
              </a:defRPr>
            </a:lvl4pPr>
            <a:lvl5pPr algn="r">
              <a:defRPr sz="1275" b="1">
                <a:solidFill>
                  <a:srgbClr val="147B61"/>
                </a:solidFill>
                <a:latin typeface="DejaVu Sans"/>
                <a:ea typeface="DejaVu Sans"/>
                <a:cs typeface="DejaVu Sans"/>
              </a:defRPr>
            </a:lvl5pPr>
            <a:lvl6pPr algn="r">
              <a:defRPr sz="1275" b="1">
                <a:solidFill>
                  <a:srgbClr val="147B61"/>
                </a:solidFill>
                <a:latin typeface="DejaVu Sans"/>
                <a:ea typeface="DejaVu Sans"/>
                <a:cs typeface="DejaVu Sans"/>
              </a:defRPr>
            </a:lvl6pPr>
            <a:lvl7pPr algn="r">
              <a:defRPr sz="1275" b="1">
                <a:solidFill>
                  <a:srgbClr val="147B61"/>
                </a:solidFill>
                <a:latin typeface="DejaVu Sans"/>
                <a:ea typeface="DejaVu Sans"/>
                <a:cs typeface="DejaVu Sans"/>
              </a:defRPr>
            </a:lvl7pPr>
            <a:lvl8pPr algn="r">
              <a:defRPr sz="1275" b="1">
                <a:solidFill>
                  <a:srgbClr val="147B61"/>
                </a:solidFill>
                <a:latin typeface="DejaVu Sans"/>
                <a:ea typeface="DejaVu Sans"/>
                <a:cs typeface="DejaVu Sans"/>
              </a:defRPr>
            </a:lvl8pPr>
            <a:lvl9pPr algn="r">
              <a:defRPr sz="1275" b="1">
                <a:solidFill>
                  <a:srgbClr val="147B61"/>
                </a:solidFill>
                <a:latin typeface="DejaVu Sans"/>
                <a:ea typeface="DejaVu Sans"/>
                <a:cs typeface="DejaVu Sans"/>
              </a:defRPr>
            </a:lvl9pPr>
          </a:lstStyle>
          <a:p xmlns:a="http://schemas.openxmlformats.org/drawingml/2006/main">
            <a:pPr algn="r">
              <a:defRPr sz="1275" b="1">
                <a:solidFill>
                  <a:srgbClr val="147B61"/>
                </a:solidFill>
                <a:latin typeface="DejaVu Sans"/>
                <a:ea typeface="DejaVu Sans"/>
                <a:cs typeface="DejaVu Sans"/>
              </a:defRPr>
            </a:pPr>
            <a:r>
              <a:rPr sz="1275" b="1">
                <a:solidFill>
                  <a:srgbClr val="147B61"/>
                </a:solidFill>
                <a:latin typeface="DejaVu Sans"/>
                <a:ea typeface="DejaVu Sans"/>
                <a:cs typeface="DejaVu Sans"/>
              </a:rPr>
              <a:t>34</a:t>
            </a:r>
          </a:p>
        </p:txBody>
      </p:sp>
      <p:graphicFrame>
        <p:nvGraphicFramePr>
          <p:cNvPr id="6" name="">
            <a:extLst xmlns:a="http://schemas.openxmlformats.org/drawingml/2006/main">
              <a:ext uri="{FF2B5EF4-FFF2-40B4-BE49-F238E27FC236}">
                <a16:creationId xmlns:a16="http://schemas.microsoft.com/office/drawing/2014/main" id="{12DA8883-E500-45F4-8C0B-273FBC141B44}"/>
              </a:ext>
            </a:extLst>
          </p:cNvPr>
          <p:cNvGraphicFramePr/>
          <p:nvPr/>
        </p:nvGraphicFramePr>
        <p:xfrm>
          <a:off xmlns:a="http://schemas.openxmlformats.org/drawingml/2006/main" x="609600" y="2009775"/>
          <a:ext xmlns:a="http://schemas.openxmlformats.org/drawingml/2006/main" cx="10972800" cy="3933825"/>
        </p:xfrm>
        <a:graphic xmlns:a="http://schemas.openxmlformats.org/drawingml/2006/main">
          <a:graphicData uri="http://schemas.openxmlformats.org/drawingml/2006/table">
            <a:tbl>
              <a:tblPr/>
              <a:tblGrid>
                <a:gridCol w="4629150"/>
                <a:gridCol w="4371975"/>
                <a:gridCol w="1971675"/>
              </a:tblGrid>
              <a:tr h="533400">
                <a:tc>
                  <a:txBody>
                    <a:bodyPr lIns="95250" tIns="95250" rIns="95250" bIns="95250">
                      <a:noAutofit/>
                    </a:bodyPr>
                    <a:lstStyle/>
                    <a:p>
                      <a:r>
                        <a:rPr sz="1575" b="1">
                          <a:solidFill>
                            <a:srgbClr val="FFFFFF"/>
                          </a:solidFill>
                          <a:latin typeface="DejaVu Sans"/>
                          <a:ea typeface="DejaVu Sans"/>
                          <a:cs typeface="DejaVu Sans"/>
                        </a:rPr>
                        <a:t>File sumber</a:t>
                      </a:r>
                    </a:p>
                  </a:txBody>
                  <a:tcPr marL="91440" marR="91440" marT="45720" marB="45720" anchor="ctr">
                    <a:lnL w="7144">
                      <a:solidFill>
                        <a:srgbClr val="D7E4DF"/>
                      </a:solidFill>
                      <a:prstDash val="solid"/>
                    </a:lnL>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575" b="1">
                          <a:solidFill>
                            <a:srgbClr val="FFFFFF"/>
                          </a:solidFill>
                          <a:latin typeface="DejaVu Sans"/>
                          <a:ea typeface="DejaVu Sans"/>
                          <a:cs typeface="DejaVu Sans"/>
                        </a:rPr>
                        <a:t>Materi utama</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c>
                  <a:txBody>
                    <a:bodyPr lIns="95250" tIns="95250" rIns="95250" bIns="95250">
                      <a:noAutofit/>
                    </a:bodyPr>
                    <a:lstStyle/>
                    <a:p>
                      <a:r>
                        <a:rPr sz="1575" b="1">
                          <a:solidFill>
                            <a:srgbClr val="FFFFFF"/>
                          </a:solidFill>
                          <a:latin typeface="DejaVu Sans"/>
                          <a:ea typeface="DejaVu Sans"/>
                          <a:cs typeface="DejaVu Sans"/>
                        </a:rPr>
                        <a:t>Halaman PDF</a:t>
                      </a:r>
                    </a:p>
                  </a:txBody>
                  <a:tcPr marL="91440" marR="91440" marT="45720" marB="45720" anchor="ctr">
                    <a:lnR w="7144">
                      <a:solidFill>
                        <a:srgbClr val="D7E4DF"/>
                      </a:solidFill>
                      <a:prstDash val="solid"/>
                    </a:lnR>
                    <a:lnT w="7144">
                      <a:solidFill>
                        <a:srgbClr val="D7E4DF"/>
                      </a:solidFill>
                      <a:prstDash val="solid"/>
                    </a:lnT>
                    <a:lnB w="7144">
                      <a:solidFill>
                        <a:srgbClr val="D7E4DF"/>
                      </a:solidFill>
                      <a:prstDash val="solid"/>
                    </a:lnB>
                    <a:solidFill>
                      <a:srgbClr val="071C2B"/>
                    </a:solidFill>
                  </a:tcPr>
                </a:tc>
              </a:tr>
              <a:tr h="566738">
                <a:tc>
                  <a:txBody>
                    <a:bodyPr lIns="95250" tIns="95250" rIns="95250" bIns="95250">
                      <a:noAutofit/>
                    </a:bodyPr>
                    <a:lstStyle/>
                    <a:p>
                      <a:r>
                        <a:rPr sz="1575" b="1">
                          <a:solidFill>
                            <a:srgbClr val="102A38"/>
                          </a:solidFill>
                          <a:latin typeface="DejaVu Sans"/>
                          <a:ea typeface="DejaVu Sans"/>
                          <a:cs typeface="DejaVu Sans"/>
                        </a:rPr>
                        <a:t>Ebook P Mobile Bab 1(2).pdf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575" b="0">
                          <a:solidFill>
                            <a:srgbClr val="102A38"/>
                          </a:solidFill>
                          <a:latin typeface="DejaVu Sans"/>
                          <a:ea typeface="DejaVu Sans"/>
                          <a:cs typeface="DejaVu Sans"/>
                        </a:rPr>
                        <a:t>Pengenalan</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575" b="0">
                          <a:solidFill>
                            <a:srgbClr val="102A38"/>
                          </a:solidFill>
                          <a:latin typeface="DejaVu Sans"/>
                          <a:ea typeface="DejaVu Sans"/>
                          <a:cs typeface="DejaVu Sans"/>
                        </a:rPr>
                        <a:t>5–27</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566738">
                <a:tc>
                  <a:txBody>
                    <a:bodyPr lIns="95250" tIns="95250" rIns="95250" bIns="95250">
                      <a:noAutofit/>
                    </a:bodyPr>
                    <a:lstStyle/>
                    <a:p>
                      <a:r>
                        <a:rPr sz="1575" b="1">
                          <a:solidFill>
                            <a:srgbClr val="102A38"/>
                          </a:solidFill>
                          <a:latin typeface="DejaVu Sans"/>
                          <a:ea typeface="DejaVu Sans"/>
                          <a:cs typeface="DejaVu Sans"/>
                        </a:rPr>
                        <a:t>Ebook P Mobile Bab 2(2).pdf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575" b="0">
                          <a:solidFill>
                            <a:srgbClr val="102A38"/>
                          </a:solidFill>
                          <a:latin typeface="DejaVu Sans"/>
                          <a:ea typeface="DejaVu Sans"/>
                          <a:cs typeface="DejaVu Sans"/>
                        </a:rPr>
                        <a:t>Activity, Intent, Fragment</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575" b="0">
                          <a:solidFill>
                            <a:srgbClr val="102A38"/>
                          </a:solidFill>
                          <a:latin typeface="DejaVu Sans"/>
                          <a:ea typeface="DejaVu Sans"/>
                          <a:cs typeface="DejaVu Sans"/>
                        </a:rPr>
                        <a:t>4–29</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566738">
                <a:tc>
                  <a:txBody>
                    <a:bodyPr lIns="95250" tIns="95250" rIns="95250" bIns="95250">
                      <a:noAutofit/>
                    </a:bodyPr>
                    <a:lstStyle/>
                    <a:p>
                      <a:r>
                        <a:rPr sz="1575" b="1">
                          <a:solidFill>
                            <a:srgbClr val="102A38"/>
                          </a:solidFill>
                          <a:latin typeface="DejaVu Sans"/>
                          <a:ea typeface="DejaVu Sans"/>
                          <a:cs typeface="DejaVu Sans"/>
                        </a:rPr>
                        <a:t>Ebook P Mobile Bab 3(2).pdf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575" b="0">
                          <a:solidFill>
                            <a:srgbClr val="102A38"/>
                          </a:solidFill>
                          <a:latin typeface="DejaVu Sans"/>
                          <a:ea typeface="DejaVu Sans"/>
                          <a:cs typeface="DejaVu Sans"/>
                        </a:rPr>
                        <a:t>UI/UX dan RecyclerView</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575" b="0">
                          <a:solidFill>
                            <a:srgbClr val="102A38"/>
                          </a:solidFill>
                          <a:latin typeface="DejaVu Sans"/>
                          <a:ea typeface="DejaVu Sans"/>
                          <a:cs typeface="DejaVu Sans"/>
                        </a:rPr>
                        <a:t>4–24</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566738">
                <a:tc>
                  <a:txBody>
                    <a:bodyPr lIns="95250" tIns="95250" rIns="95250" bIns="95250">
                      <a:noAutofit/>
                    </a:bodyPr>
                    <a:lstStyle/>
                    <a:p>
                      <a:r>
                        <a:rPr sz="1575" b="1">
                          <a:solidFill>
                            <a:srgbClr val="102A38"/>
                          </a:solidFill>
                          <a:latin typeface="DejaVu Sans"/>
                          <a:ea typeface="DejaVu Sans"/>
                          <a:cs typeface="DejaVu Sans"/>
                        </a:rPr>
                        <a:t>Ebook P Mobile Bab 4(2).pdf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575" b="0">
                          <a:solidFill>
                            <a:srgbClr val="102A38"/>
                          </a:solidFill>
                          <a:latin typeface="DejaVu Sans"/>
                          <a:ea typeface="DejaVu Sans"/>
                          <a:cs typeface="DejaVu Sans"/>
                        </a:rPr>
                        <a:t>Background task dan notifikasi</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575" b="0">
                          <a:solidFill>
                            <a:srgbClr val="102A38"/>
                          </a:solidFill>
                          <a:latin typeface="DejaVu Sans"/>
                          <a:ea typeface="DejaVu Sans"/>
                          <a:cs typeface="DejaVu Sans"/>
                        </a:rPr>
                        <a:t>4–21</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r h="566738">
                <a:tc>
                  <a:txBody>
                    <a:bodyPr lIns="95250" tIns="95250" rIns="95250" bIns="95250">
                      <a:noAutofit/>
                    </a:bodyPr>
                    <a:lstStyle/>
                    <a:p>
                      <a:r>
                        <a:rPr sz="1575" b="1">
                          <a:solidFill>
                            <a:srgbClr val="102A38"/>
                          </a:solidFill>
                          <a:latin typeface="DejaVu Sans"/>
                          <a:ea typeface="DejaVu Sans"/>
                          <a:cs typeface="DejaVu Sans"/>
                        </a:rPr>
                        <a:t>Ebook P Mobile Bab 5(1).pdf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575" b="0">
                          <a:solidFill>
                            <a:srgbClr val="102A38"/>
                          </a:solidFill>
                          <a:latin typeface="DejaVu Sans"/>
                          <a:ea typeface="DejaVu Sans"/>
                          <a:cs typeface="DejaVu Sans"/>
                        </a:rPr>
                        <a:t>Penyimpanan dan SQLite</a:t>
                      </a:r>
                    </a:p>
                  </a:txBody>
                  <a:tcPr marL="91440" marR="91440" marT="45720" marB="45720" anchor="ctr">
                    <a:lnR w="7144">
                      <a:solidFill>
                        <a:srgbClr val="D7E4DF"/>
                      </a:solidFill>
                      <a:prstDash val="solid"/>
                    </a:lnR>
                    <a:lnB w="7144">
                      <a:solidFill>
                        <a:srgbClr val="D7E4DF"/>
                      </a:solidFill>
                      <a:prstDash val="solid"/>
                    </a:lnB>
                    <a:solidFill>
                      <a:srgbClr val="FFFFFF"/>
                    </a:solidFill>
                  </a:tcPr>
                </a:tc>
                <a:tc>
                  <a:txBody>
                    <a:bodyPr lIns="95250" tIns="95250" rIns="95250" bIns="95250">
                      <a:noAutofit/>
                    </a:bodyPr>
                    <a:lstStyle/>
                    <a:p>
                      <a:r>
                        <a:rPr sz="1575" b="0">
                          <a:solidFill>
                            <a:srgbClr val="102A38"/>
                          </a:solidFill>
                          <a:latin typeface="DejaVu Sans"/>
                          <a:ea typeface="DejaVu Sans"/>
                          <a:cs typeface="DejaVu Sans"/>
                        </a:rPr>
                        <a:t>4–31</a:t>
                      </a:r>
                    </a:p>
                  </a:txBody>
                  <a:tcPr marL="91440" marR="91440" marT="45720" marB="45720" anchor="ctr">
                    <a:lnR w="7144">
                      <a:solidFill>
                        <a:srgbClr val="D7E4DF"/>
                      </a:solidFill>
                      <a:prstDash val="solid"/>
                    </a:lnR>
                    <a:lnB w="7144">
                      <a:solidFill>
                        <a:srgbClr val="D7E4DF"/>
                      </a:solidFill>
                      <a:prstDash val="solid"/>
                    </a:lnB>
                    <a:solidFill>
                      <a:srgbClr val="FFFFFF"/>
                    </a:solidFill>
                  </a:tcPr>
                </a:tc>
              </a:tr>
              <a:tr h="566738">
                <a:tc>
                  <a:txBody>
                    <a:bodyPr lIns="95250" tIns="95250" rIns="95250" bIns="95250">
                      <a:noAutofit/>
                    </a:bodyPr>
                    <a:lstStyle/>
                    <a:p>
                      <a:r>
                        <a:rPr sz="1575" b="1">
                          <a:solidFill>
                            <a:srgbClr val="102A38"/>
                          </a:solidFill>
                          <a:latin typeface="DejaVu Sans"/>
                          <a:ea typeface="DejaVu Sans"/>
                          <a:cs typeface="DejaVu Sans"/>
                        </a:rPr>
                        <a:t>Ebook P Mobile Bab 6(2).pdf</a:t>
                      </a:r>
                    </a:p>
                  </a:txBody>
                  <a:tcPr marL="91440" marR="91440" marT="45720" marB="45720" anchor="ctr">
                    <a:lnL w="7144">
                      <a:solidFill>
                        <a:srgbClr val="D7E4DF"/>
                      </a:solidFill>
                      <a:prstDash val="solid"/>
                    </a:lnL>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575" b="0">
                          <a:solidFill>
                            <a:srgbClr val="102A38"/>
                          </a:solidFill>
                          <a:latin typeface="DejaVu Sans"/>
                          <a:ea typeface="DejaVu Sans"/>
                          <a:cs typeface="DejaVu Sans"/>
                        </a:rPr>
                        <a:t>Firebase Realtime Database</a:t>
                      </a:r>
                    </a:p>
                  </a:txBody>
                  <a:tcPr marL="91440" marR="91440" marT="45720" marB="45720" anchor="ctr">
                    <a:lnR w="7144">
                      <a:solidFill>
                        <a:srgbClr val="D7E4DF"/>
                      </a:solidFill>
                      <a:prstDash val="solid"/>
                    </a:lnR>
                    <a:lnB w="7144">
                      <a:solidFill>
                        <a:srgbClr val="D7E4DF"/>
                      </a:solidFill>
                      <a:prstDash val="solid"/>
                    </a:lnB>
                    <a:solidFill>
                      <a:srgbClr val="EBF2EF"/>
                    </a:solidFill>
                  </a:tcPr>
                </a:tc>
                <a:tc>
                  <a:txBody>
                    <a:bodyPr lIns="95250" tIns="95250" rIns="95250" bIns="95250">
                      <a:noAutofit/>
                    </a:bodyPr>
                    <a:lstStyle/>
                    <a:p>
                      <a:r>
                        <a:rPr sz="1575" b="0">
                          <a:solidFill>
                            <a:srgbClr val="102A38"/>
                          </a:solidFill>
                          <a:latin typeface="DejaVu Sans"/>
                          <a:ea typeface="DejaVu Sans"/>
                          <a:cs typeface="DejaVu Sans"/>
                        </a:rPr>
                        <a:t>4–26</a:t>
                      </a:r>
                    </a:p>
                  </a:txBody>
                  <a:tcPr marL="91440" marR="91440" marT="45720" marB="45720" anchor="ctr">
                    <a:lnR w="7144">
                      <a:solidFill>
                        <a:srgbClr val="D7E4DF"/>
                      </a:solidFill>
                      <a:prstDash val="solid"/>
                    </a:lnR>
                    <a:lnB w="7144">
                      <a:solidFill>
                        <a:srgbClr val="D7E4DF"/>
                      </a:solidFill>
                      <a:prstDash val="solid"/>
                    </a:lnB>
                    <a:solidFill>
                      <a:srgbClr val="EBF2EF"/>
                    </a:solidFill>
                  </a:tcPr>
                </a:tc>
              </a:tr>
            </a:tbl>
          </a:graphicData>
        </a:graphic>
      </p:graphicFrame>
    </p:spTree>
    <p:extLst>
      <p:ext uri="{BB962C8B-B14F-4D97-AF65-F5344CB8AC3E}">
        <p14:creationId xmlns:p14="http://schemas.microsoft.com/office/powerpoint/2010/main" val="18487360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2026-10-24T11:48:39.9810000Z</dcterms:created>
  <dcterms:modified xsi:type="dcterms:W3CDTF">2026-10-24T11:48:39.9810000Z</dcterms:modified>
</coreProperties>
</file>